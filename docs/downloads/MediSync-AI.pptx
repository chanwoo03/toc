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7be8af42774b62" /><Relationship Type="http://schemas.openxmlformats.org/officeDocument/2006/relationships/extended-properties" Target="/docProps/app.xml" Id="R12bc754f34014afb" /><Relationship Type="http://schemas.openxmlformats.org/officeDocument/2006/relationships/officeDocument" Target="/ppt/presentation.xml" Id="R5f210eabe3ea47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15d0b457b84a18"/>
  </p:sldMasterIdLst>
  <p:notesMasterIdLst>
    <p:notesMasterId xmlns:r="http://schemas.openxmlformats.org/officeDocument/2006/relationships" r:id="Re25fab881d2349c8"/>
  </p:notesMasterIdLst>
  <p:sldIdLst>
    <p:sldId xmlns:r="http://schemas.openxmlformats.org/officeDocument/2006/relationships" id="256" r:id="R93360dec12274a52"/>
    <p:sldId xmlns:r="http://schemas.openxmlformats.org/officeDocument/2006/relationships" id="257" r:id="R7c23170120c04ed0"/>
    <p:sldId xmlns:r="http://schemas.openxmlformats.org/officeDocument/2006/relationships" id="258" r:id="R812d26dd24ca4567"/>
    <p:sldId xmlns:r="http://schemas.openxmlformats.org/officeDocument/2006/relationships" id="259" r:id="Rb52139f5bc444780"/>
    <p:sldId xmlns:r="http://schemas.openxmlformats.org/officeDocument/2006/relationships" id="260" r:id="R97ce3a016a214233"/>
    <p:sldId xmlns:r="http://schemas.openxmlformats.org/officeDocument/2006/relationships" id="261" r:id="Rd4336cdced2e4176"/>
    <p:sldId xmlns:r="http://schemas.openxmlformats.org/officeDocument/2006/relationships" id="262" r:id="R314094290a204359"/>
    <p:sldId xmlns:r="http://schemas.openxmlformats.org/officeDocument/2006/relationships" id="263" r:id="R3aedb7c053b44b34"/>
    <p:sldId xmlns:r="http://schemas.openxmlformats.org/officeDocument/2006/relationships" id="264" r:id="R70ce683f40ce4b0e"/>
    <p:sldId xmlns:r="http://schemas.openxmlformats.org/officeDocument/2006/relationships" id="265" r:id="R4f4d4f8d7ef24d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038eb068ff4d14" /><Relationship Type="http://schemas.openxmlformats.org/officeDocument/2006/relationships/slideMaster" Target="/ppt/slideMasters/slideMaster1.xml" Id="R9615d0b457b84a18" /><Relationship Type="http://schemas.openxmlformats.org/officeDocument/2006/relationships/notesMaster" Target="/ppt/notesMasters/notesMaster1.xml" Id="Re25fab881d2349c8" /><Relationship Type="http://schemas.openxmlformats.org/officeDocument/2006/relationships/presProps" Target="/ppt/presProps.xml" Id="R29aadf4302124246" /><Relationship Type="http://schemas.openxmlformats.org/officeDocument/2006/relationships/tableStyles" Target="/ppt/tableStyles.xml" Id="R788bb7d6192346cd" /><Relationship Type="http://schemas.openxmlformats.org/officeDocument/2006/relationships/slide" Target="/ppt/slides/slide1.xml" Id="R93360dec12274a52" /><Relationship Type="http://schemas.openxmlformats.org/officeDocument/2006/relationships/slide" Target="/ppt/slides/slide2.xml" Id="R7c23170120c04ed0" /><Relationship Type="http://schemas.openxmlformats.org/officeDocument/2006/relationships/slide" Target="/ppt/slides/slide3.xml" Id="R812d26dd24ca4567" /><Relationship Type="http://schemas.openxmlformats.org/officeDocument/2006/relationships/slide" Target="/ppt/slides/slide4.xml" Id="Rb52139f5bc444780" /><Relationship Type="http://schemas.openxmlformats.org/officeDocument/2006/relationships/slide" Target="/ppt/slides/slide5.xml" Id="R97ce3a016a214233" /><Relationship Type="http://schemas.openxmlformats.org/officeDocument/2006/relationships/slide" Target="/ppt/slides/slide6.xml" Id="Rd4336cdced2e4176" /><Relationship Type="http://schemas.openxmlformats.org/officeDocument/2006/relationships/slide" Target="/ppt/slides/slide7.xml" Id="R314094290a204359" /><Relationship Type="http://schemas.openxmlformats.org/officeDocument/2006/relationships/slide" Target="/ppt/slides/slide8.xml" Id="R3aedb7c053b44b34" /><Relationship Type="http://schemas.openxmlformats.org/officeDocument/2006/relationships/slide" Target="/ppt/slides/slide9.xml" Id="R70ce683f40ce4b0e" /><Relationship Type="http://schemas.openxmlformats.org/officeDocument/2006/relationships/slide" Target="/ppt/slides/slide10.xml" Id="R4f4d4f8d7ef24d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7dc3ce6a674b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96c707bbff4549" /><Relationship Type="http://schemas.openxmlformats.org/officeDocument/2006/relationships/notesMaster" Target="/ppt/notesMasters/notesMaster1.xml" Id="R79a00221973b42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1bf267a892400b" /><Relationship Type="http://schemas.openxmlformats.org/officeDocument/2006/relationships/notesMaster" Target="/ppt/notesMasters/notesMaster1.xml" Id="R4c56b5ed34dd48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0837803e1a4c86" /><Relationship Type="http://schemas.openxmlformats.org/officeDocument/2006/relationships/notesMaster" Target="/ppt/notesMasters/notesMaster1.xml" Id="Rf0d940b1e0c24f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d99556f7424e03" /><Relationship Type="http://schemas.openxmlformats.org/officeDocument/2006/relationships/notesMaster" Target="/ppt/notesMasters/notesMaster1.xml" Id="Rba852c2cfafd43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3dc3dadbed4e1c" /><Relationship Type="http://schemas.openxmlformats.org/officeDocument/2006/relationships/notesMaster" Target="/ppt/notesMasters/notesMaster1.xml" Id="R7bd8a8f3d3fa40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cf748bf04f433e" /><Relationship Type="http://schemas.openxmlformats.org/officeDocument/2006/relationships/notesMaster" Target="/ppt/notesMasters/notesMaster1.xml" Id="Rbb359fb1863549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55ee87c41b4cda" /><Relationship Type="http://schemas.openxmlformats.org/officeDocument/2006/relationships/notesMaster" Target="/ppt/notesMasters/notesMaster1.xml" Id="R9ec9376e0ee24b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b0b9f79de740aa" /><Relationship Type="http://schemas.openxmlformats.org/officeDocument/2006/relationships/notesMaster" Target="/ppt/notesMasters/notesMaster1.xml" Id="R42c047cbbddd43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d39dc4a13142bf" /><Relationship Type="http://schemas.openxmlformats.org/officeDocument/2006/relationships/notesMaster" Target="/ppt/notesMasters/notesMaster1.xml" Id="R705ab92c3db844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7acf88c091467b" /><Relationship Type="http://schemas.openxmlformats.org/officeDocument/2006/relationships/notesMaster" Target="/ppt/notesMasters/notesMaster1.xml" Id="Rc3dc7e6541514f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56bc98d364f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f9578302f4e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b24430a244a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875339193347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2df955baf4f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3ddd80d61e4b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727967-EF16-4E7C-87D9-6F60EB0382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BA68870-4D96-4CDB-9EF9-D885C200D8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19353D-37D4-4AB9-AEA1-24ECF0069D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B07668-DEC8-4811-B9B1-EE981F303B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B5C5F7-A48D-4582-8495-B1DF0FD795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816425-1288-43A3-9709-DAA593CE33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A4724D-18D5-44FB-8112-7700880019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F79D13-AA18-47A8-8B21-DE8CCB6B3F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9C5607-3305-4D05-B4CB-17BC80642D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523C55-E5AD-4852-9720-2EC1F6D21F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d543a84f24448b" /><Relationship Type="http://schemas.openxmlformats.org/officeDocument/2006/relationships/slideLayout" Target="/ppt/slideLayouts/slideLayout1.xml" Id="R9876ef1ae07b4e64" /><Relationship Type="http://schemas.openxmlformats.org/officeDocument/2006/relationships/slideLayout" Target="/ppt/slideLayouts/slideLayout2.xml" Id="R1ffbdd000e2e4798" /><Relationship Type="http://schemas.openxmlformats.org/officeDocument/2006/relationships/slideLayout" Target="/ppt/slideLayouts/slideLayout3.xml" Id="R62c84efc9b6b4c2f" /><Relationship Type="http://schemas.openxmlformats.org/officeDocument/2006/relationships/slideLayout" Target="/ppt/slideLayouts/slideLayout4.xml" Id="R546ff226c3404ea9" /><Relationship Type="http://schemas.openxmlformats.org/officeDocument/2006/relationships/slideLayout" Target="/ppt/slideLayouts/slideLayout5.xml" Id="R0d956920f72b4337" /><Relationship Type="http://schemas.openxmlformats.org/officeDocument/2006/relationships/slideLayout" Target="/ppt/slideLayouts/slideLayout6.xml" Id="Ra7c82661e2c64d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76ef1ae07b4e64"/>
    <p:sldLayoutId xmlns:r="http://schemas.openxmlformats.org/officeDocument/2006/relationships" id="2147483650" r:id="R1ffbdd000e2e4798"/>
    <p:sldLayoutId xmlns:r="http://schemas.openxmlformats.org/officeDocument/2006/relationships" id="2147483651" r:id="R62c84efc9b6b4c2f"/>
    <p:sldLayoutId xmlns:r="http://schemas.openxmlformats.org/officeDocument/2006/relationships" id="2147483652" r:id="R546ff226c3404ea9"/>
    <p:sldLayoutId xmlns:r="http://schemas.openxmlformats.org/officeDocument/2006/relationships" id="2147483653" r:id="R0d956920f72b4337"/>
    <p:sldLayoutId xmlns:r="http://schemas.openxmlformats.org/officeDocument/2006/relationships" id="2147483654" r:id="Ra7c82661e2c64d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52951b96894ed3" /><Relationship Type="http://schemas.openxmlformats.org/officeDocument/2006/relationships/image" Target="/ppt/media/image.png" Id="R9517e5946e104c6e" /><Relationship Type="http://schemas.openxmlformats.org/officeDocument/2006/relationships/notesSlide" Target="/ppt/notesSlides/notesSlide1.xml" Id="Raf08379f51f946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9b47da9384dc2" /><Relationship Type="http://schemas.openxmlformats.org/officeDocument/2006/relationships/notesSlide" Target="/ppt/notesSlides/notesSlide2.xml" Id="Rca1a5cbc43e24b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cdaeedf3944db6" /><Relationship Type="http://schemas.openxmlformats.org/officeDocument/2006/relationships/notesSlide" Target="/ppt/notesSlides/notesSlide3.xml" Id="R2592edd2126c4a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da5449f9bf4130" /><Relationship Type="http://schemas.openxmlformats.org/officeDocument/2006/relationships/image" Target="/ppt/media/image2.png" Id="Rcc2b758fec92499d" /><Relationship Type="http://schemas.openxmlformats.org/officeDocument/2006/relationships/notesSlide" Target="/ppt/notesSlides/notesSlide4.xml" Id="Rd6f51280fe3d4d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827c78e8ac4ab8" /><Relationship Type="http://schemas.openxmlformats.org/officeDocument/2006/relationships/notesSlide" Target="/ppt/notesSlides/notesSlide5.xml" Id="R1987eadd8f084d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0730463de642d1" /><Relationship Type="http://schemas.openxmlformats.org/officeDocument/2006/relationships/notesSlide" Target="/ppt/notesSlides/notesSlide6.xml" Id="Rcdde48e7fd744c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83c0688c7840a1" /><Relationship Type="http://schemas.openxmlformats.org/officeDocument/2006/relationships/notesSlide" Target="/ppt/notesSlides/notesSlide7.xml" Id="R62fdc68fb08c43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5931676e404d80" /><Relationship Type="http://schemas.openxmlformats.org/officeDocument/2006/relationships/notesSlide" Target="/ppt/notesSlides/notesSlide8.xml" Id="R2f16cd25918248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bcc37388d4171" /><Relationship Type="http://schemas.openxmlformats.org/officeDocument/2006/relationships/notesSlide" Target="/ppt/notesSlides/notesSlide9.xml" Id="Rc46af1b8bbd84f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fc2325517c45e6" /><Relationship Type="http://schemas.openxmlformats.org/officeDocument/2006/relationships/notesSlide" Target="/ppt/notesSlides/notesSlide10.xml" Id="R9166a9e2dd9741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A0EAB-F907-4F11-BF00-C4B9475F9E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7e5946e104c6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FE7A9-5E14-46A0-859E-0992DAFE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85925"/>
            <a:ext cx="581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475" b="1">
                <a:solidFill>
                  <a:srgbClr val="183B37"/>
                </a:solidFill>
              </a:defRPr>
            </a:defPPr>
            <a:lvl1pPr algn="l">
              <a:defRPr sz="5475" b="1">
                <a:solidFill>
                  <a:srgbClr val="183B37"/>
                </a:solidFill>
              </a:defRPr>
            </a:lvl1pPr>
            <a:lvl2pPr algn="l">
              <a:defRPr sz="5475" b="1">
                <a:solidFill>
                  <a:srgbClr val="183B37"/>
                </a:solidFill>
              </a:defRPr>
            </a:lvl2pPr>
            <a:lvl3pPr algn="l">
              <a:defRPr sz="5475" b="1">
                <a:solidFill>
                  <a:srgbClr val="183B37"/>
                </a:solidFill>
              </a:defRPr>
            </a:lvl3pPr>
            <a:lvl4pPr algn="l">
              <a:defRPr sz="5475" b="1">
                <a:solidFill>
                  <a:srgbClr val="183B37"/>
                </a:solidFill>
              </a:defRPr>
            </a:lvl4pPr>
            <a:lvl5pPr algn="l">
              <a:defRPr sz="5475" b="1">
                <a:solidFill>
                  <a:srgbClr val="183B37"/>
                </a:solidFill>
              </a:defRPr>
            </a:lvl5pPr>
            <a:lvl6pPr algn="l">
              <a:defRPr sz="5475" b="1">
                <a:solidFill>
                  <a:srgbClr val="183B37"/>
                </a:solidFill>
              </a:defRPr>
            </a:lvl6pPr>
            <a:lvl7pPr algn="l">
              <a:defRPr sz="5475" b="1">
                <a:solidFill>
                  <a:srgbClr val="183B37"/>
                </a:solidFill>
              </a:defRPr>
            </a:lvl7pPr>
            <a:lvl8pPr algn="l">
              <a:defRPr sz="5475" b="1">
                <a:solidFill>
                  <a:srgbClr val="183B37"/>
                </a:solidFill>
              </a:defRPr>
            </a:lvl8pPr>
            <a:lvl9pPr algn="l">
              <a:defRPr sz="5475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5475" b="1">
                <a:solidFill>
                  <a:srgbClr val="183B37"/>
                </a:solidFill>
              </a:defRPr>
            </a:pPr>
            <a:r>
              <a:rPr sz="5475" b="1">
                <a:solidFill>
                  <a:srgbClr val="183B37"/>
                </a:solidFill>
              </a:rPr>
              <a:t>MediSync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9C66A-F217-48A6-9408-B09EC08A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585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183B37"/>
                </a:solidFill>
              </a:defRPr>
            </a:defPPr>
            <a:lvl1pPr algn="l">
              <a:defRPr sz="2625" b="1">
                <a:solidFill>
                  <a:srgbClr val="183B37"/>
                </a:solidFill>
              </a:defRPr>
            </a:lvl1pPr>
            <a:lvl2pPr algn="l">
              <a:defRPr sz="2625" b="1">
                <a:solidFill>
                  <a:srgbClr val="183B37"/>
                </a:solidFill>
              </a:defRPr>
            </a:lvl2pPr>
            <a:lvl3pPr algn="l">
              <a:defRPr sz="2625" b="1">
                <a:solidFill>
                  <a:srgbClr val="183B37"/>
                </a:solidFill>
              </a:defRPr>
            </a:lvl3pPr>
            <a:lvl4pPr algn="l">
              <a:defRPr sz="2625" b="1">
                <a:solidFill>
                  <a:srgbClr val="183B37"/>
                </a:solidFill>
              </a:defRPr>
            </a:lvl4pPr>
            <a:lvl5pPr algn="l">
              <a:defRPr sz="2625" b="1">
                <a:solidFill>
                  <a:srgbClr val="183B37"/>
                </a:solidFill>
              </a:defRPr>
            </a:lvl5pPr>
            <a:lvl6pPr algn="l">
              <a:defRPr sz="2625" b="1">
                <a:solidFill>
                  <a:srgbClr val="183B37"/>
                </a:solidFill>
              </a:defRPr>
            </a:lvl6pPr>
            <a:lvl7pPr algn="l">
              <a:defRPr sz="2625" b="1">
                <a:solidFill>
                  <a:srgbClr val="183B37"/>
                </a:solidFill>
              </a:defRPr>
            </a:lvl7pPr>
            <a:lvl8pPr algn="l">
              <a:defRPr sz="2625" b="1">
                <a:solidFill>
                  <a:srgbClr val="183B37"/>
                </a:solidFill>
              </a:defRPr>
            </a:lvl8pPr>
            <a:lvl9pPr algn="l">
              <a:defRPr sz="2625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83B37"/>
                </a:solidFill>
              </a:defRPr>
            </a:pPr>
            <a:r>
              <a:rPr sz="2625" b="1">
                <a:solidFill>
                  <a:srgbClr val="183B37"/>
                </a:solidFill>
              </a:rPr>
              <a:t>의약품·영양제 통합 복용 관리 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958C9-938F-4D4D-8133-6D0001ED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3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B859D-3B1C-45F5-B64D-3889BB07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61726C"/>
                </a:solidFill>
              </a:defRPr>
            </a:defPPr>
            <a:lvl1pPr algn="l">
              <a:defRPr sz="1650" b="0">
                <a:solidFill>
                  <a:srgbClr val="61726C"/>
                </a:solidFill>
              </a:defRPr>
            </a:lvl1pPr>
            <a:lvl2pPr algn="l">
              <a:defRPr sz="1650" b="0">
                <a:solidFill>
                  <a:srgbClr val="61726C"/>
                </a:solidFill>
              </a:defRPr>
            </a:lvl2pPr>
            <a:lvl3pPr algn="l">
              <a:defRPr sz="1650" b="0">
                <a:solidFill>
                  <a:srgbClr val="61726C"/>
                </a:solidFill>
              </a:defRPr>
            </a:lvl3pPr>
            <a:lvl4pPr algn="l">
              <a:defRPr sz="1650" b="0">
                <a:solidFill>
                  <a:srgbClr val="61726C"/>
                </a:solidFill>
              </a:defRPr>
            </a:lvl4pPr>
            <a:lvl5pPr algn="l">
              <a:defRPr sz="1650" b="0">
                <a:solidFill>
                  <a:srgbClr val="61726C"/>
                </a:solidFill>
              </a:defRPr>
            </a:lvl5pPr>
            <a:lvl6pPr algn="l">
              <a:defRPr sz="1650" b="0">
                <a:solidFill>
                  <a:srgbClr val="61726C"/>
                </a:solidFill>
              </a:defRPr>
            </a:lvl6pPr>
            <a:lvl7pPr algn="l">
              <a:defRPr sz="1650" b="0">
                <a:solidFill>
                  <a:srgbClr val="61726C"/>
                </a:solidFill>
              </a:defRPr>
            </a:lvl7pPr>
            <a:lvl8pPr algn="l">
              <a:defRPr sz="1650" b="0">
                <a:solidFill>
                  <a:srgbClr val="61726C"/>
                </a:solidFill>
              </a:defRPr>
            </a:lvl8pPr>
            <a:lvl9pPr algn="l">
              <a:defRPr sz="1650" b="0">
                <a:solidFill>
                  <a:srgbClr val="61726C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26C"/>
                </a:solidFill>
              </a:defRPr>
            </a:pPr>
            <a:r>
              <a:rPr sz="1650" b="0">
                <a:solidFill>
                  <a:srgbClr val="61726C"/>
                </a:solidFill>
              </a:rPr>
              <a:t>4주 1인 미니 프로젝트 · 멘토링 발표</a:t>
            </a:r>
          </a:p>
        </p:txBody>
      </p:sp>
    </p:spTree>
    <p:extLst>
      <p:ext uri="{BB962C8B-B14F-4D97-AF65-F5344CB8AC3E}">
        <p14:creationId xmlns:p14="http://schemas.microsoft.com/office/powerpoint/2010/main" val="6242921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9B114C-C67A-46C9-B8AA-CC637F00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"/>
            <a:ext cx="10287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75" b="1">
                <a:solidFill>
                  <a:srgbClr val="183B37"/>
                </a:solidFill>
              </a:defRPr>
            </a:defPPr>
            <a:lvl1pPr algn="l">
              <a:defRPr sz="3675" b="1">
                <a:solidFill>
                  <a:srgbClr val="183B37"/>
                </a:solidFill>
              </a:defRPr>
            </a:lvl1pPr>
            <a:lvl2pPr algn="l">
              <a:defRPr sz="3675" b="1">
                <a:solidFill>
                  <a:srgbClr val="183B37"/>
                </a:solidFill>
              </a:defRPr>
            </a:lvl2pPr>
            <a:lvl3pPr algn="l">
              <a:defRPr sz="3675" b="1">
                <a:solidFill>
                  <a:srgbClr val="183B37"/>
                </a:solidFill>
              </a:defRPr>
            </a:lvl3pPr>
            <a:lvl4pPr algn="l">
              <a:defRPr sz="3675" b="1">
                <a:solidFill>
                  <a:srgbClr val="183B37"/>
                </a:solidFill>
              </a:defRPr>
            </a:lvl4pPr>
            <a:lvl5pPr algn="l">
              <a:defRPr sz="3675" b="1">
                <a:solidFill>
                  <a:srgbClr val="183B37"/>
                </a:solidFill>
              </a:defRPr>
            </a:lvl5pPr>
            <a:lvl6pPr algn="l">
              <a:defRPr sz="3675" b="1">
                <a:solidFill>
                  <a:srgbClr val="183B37"/>
                </a:solidFill>
              </a:defRPr>
            </a:lvl6pPr>
            <a:lvl7pPr algn="l">
              <a:defRPr sz="3675" b="1">
                <a:solidFill>
                  <a:srgbClr val="183B37"/>
                </a:solidFill>
              </a:defRPr>
            </a:lvl7pPr>
            <a:lvl8pPr algn="l">
              <a:defRPr sz="3675" b="1">
                <a:solidFill>
                  <a:srgbClr val="183B37"/>
                </a:solidFill>
              </a:defRPr>
            </a:lvl8pPr>
            <a:lvl9pPr algn="l">
              <a:defRPr sz="3675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B37"/>
                </a:solidFill>
              </a:defRPr>
            </a:pPr>
            <a:r>
              <a:rPr sz="3675" b="1">
                <a:solidFill>
                  <a:srgbClr val="183B37"/>
                </a:solidFill>
              </a:rPr>
              <a:t>발표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CA7C4-D930-403D-A7FB-A125BBF4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DC88F-4F1A-438A-A6E8-3F48E098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DC735D"/>
                </a:solidFill>
              </a:defRPr>
            </a:defPPr>
            <a:lvl1pPr algn="l">
              <a:defRPr sz="2700" b="1">
                <a:solidFill>
                  <a:srgbClr val="DC735D"/>
                </a:solidFill>
              </a:defRPr>
            </a:lvl1pPr>
            <a:lvl2pPr algn="l">
              <a:defRPr sz="2700" b="1">
                <a:solidFill>
                  <a:srgbClr val="DC735D"/>
                </a:solidFill>
              </a:defRPr>
            </a:lvl2pPr>
            <a:lvl3pPr algn="l">
              <a:defRPr sz="2700" b="1">
                <a:solidFill>
                  <a:srgbClr val="DC735D"/>
                </a:solidFill>
              </a:defRPr>
            </a:lvl3pPr>
            <a:lvl4pPr algn="l">
              <a:defRPr sz="2700" b="1">
                <a:solidFill>
                  <a:srgbClr val="DC735D"/>
                </a:solidFill>
              </a:defRPr>
            </a:lvl4pPr>
            <a:lvl5pPr algn="l">
              <a:defRPr sz="2700" b="1">
                <a:solidFill>
                  <a:srgbClr val="DC735D"/>
                </a:solidFill>
              </a:defRPr>
            </a:lvl5pPr>
            <a:lvl6pPr algn="l">
              <a:defRPr sz="2700" b="1">
                <a:solidFill>
                  <a:srgbClr val="DC735D"/>
                </a:solidFill>
              </a:defRPr>
            </a:lvl6pPr>
            <a:lvl7pPr algn="l">
              <a:defRPr sz="2700" b="1">
                <a:solidFill>
                  <a:srgbClr val="DC735D"/>
                </a:solidFill>
              </a:defRPr>
            </a:lvl7pPr>
            <a:lvl8pPr algn="l">
              <a:defRPr sz="2700" b="1">
                <a:solidFill>
                  <a:srgbClr val="DC735D"/>
                </a:solidFill>
              </a:defRPr>
            </a:lvl8pPr>
            <a:lvl9pPr algn="l">
              <a:defRPr sz="2700" b="1">
                <a:solidFill>
                  <a:srgbClr val="DC735D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DC735D"/>
                </a:solidFill>
              </a:defRPr>
            </a:pPr>
            <a:r>
              <a:rPr sz="2700" b="1">
                <a:solidFill>
                  <a:srgbClr val="DC735D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04775-03A7-49AE-8699-3A54AB5B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2402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75" b="1">
                <a:solidFill>
                  <a:srgbClr val="183B37"/>
                </a:solidFill>
              </a:defRPr>
            </a:defPPr>
            <a:lvl1pPr algn="l">
              <a:defRPr sz="2475" b="1">
                <a:solidFill>
                  <a:srgbClr val="183B37"/>
                </a:solidFill>
              </a:defRPr>
            </a:lvl1pPr>
            <a:lvl2pPr algn="l">
              <a:defRPr sz="2475" b="1">
                <a:solidFill>
                  <a:srgbClr val="183B37"/>
                </a:solidFill>
              </a:defRPr>
            </a:lvl2pPr>
            <a:lvl3pPr algn="l">
              <a:defRPr sz="2475" b="1">
                <a:solidFill>
                  <a:srgbClr val="183B37"/>
                </a:solidFill>
              </a:defRPr>
            </a:lvl3pPr>
            <a:lvl4pPr algn="l">
              <a:defRPr sz="2475" b="1">
                <a:solidFill>
                  <a:srgbClr val="183B37"/>
                </a:solidFill>
              </a:defRPr>
            </a:lvl4pPr>
            <a:lvl5pPr algn="l">
              <a:defRPr sz="2475" b="1">
                <a:solidFill>
                  <a:srgbClr val="183B37"/>
                </a:solidFill>
              </a:defRPr>
            </a:lvl5pPr>
            <a:lvl6pPr algn="l">
              <a:defRPr sz="2475" b="1">
                <a:solidFill>
                  <a:srgbClr val="183B37"/>
                </a:solidFill>
              </a:defRPr>
            </a:lvl6pPr>
            <a:lvl7pPr algn="l">
              <a:defRPr sz="2475" b="1">
                <a:solidFill>
                  <a:srgbClr val="183B37"/>
                </a:solidFill>
              </a:defRPr>
            </a:lvl7pPr>
            <a:lvl8pPr algn="l">
              <a:defRPr sz="2475" b="1">
                <a:solidFill>
                  <a:srgbClr val="183B37"/>
                </a:solidFill>
              </a:defRPr>
            </a:lvl8pPr>
            <a:lvl9pPr algn="l">
              <a:defRPr sz="2475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83B37"/>
                </a:solidFill>
              </a:defRPr>
            </a:pPr>
            <a:r>
              <a:rPr sz="2475" b="1">
                <a:solidFill>
                  <a:srgbClr val="183B37"/>
                </a:solidFill>
              </a:rPr>
              <a:t>주제 선정 이유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8224E-2986-448F-AEED-3D208F4A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24025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61726C"/>
                </a:solidFill>
              </a:defRPr>
            </a:defPPr>
            <a:lvl1pPr algn="l">
              <a:defRPr sz="1725" b="0">
                <a:solidFill>
                  <a:srgbClr val="61726C"/>
                </a:solidFill>
              </a:defRPr>
            </a:lvl1pPr>
            <a:lvl2pPr algn="l">
              <a:defRPr sz="1725" b="0">
                <a:solidFill>
                  <a:srgbClr val="61726C"/>
                </a:solidFill>
              </a:defRPr>
            </a:lvl2pPr>
            <a:lvl3pPr algn="l">
              <a:defRPr sz="1725" b="0">
                <a:solidFill>
                  <a:srgbClr val="61726C"/>
                </a:solidFill>
              </a:defRPr>
            </a:lvl3pPr>
            <a:lvl4pPr algn="l">
              <a:defRPr sz="1725" b="0">
                <a:solidFill>
                  <a:srgbClr val="61726C"/>
                </a:solidFill>
              </a:defRPr>
            </a:lvl4pPr>
            <a:lvl5pPr algn="l">
              <a:defRPr sz="1725" b="0">
                <a:solidFill>
                  <a:srgbClr val="61726C"/>
                </a:solidFill>
              </a:defRPr>
            </a:lvl5pPr>
            <a:lvl6pPr algn="l">
              <a:defRPr sz="1725" b="0">
                <a:solidFill>
                  <a:srgbClr val="61726C"/>
                </a:solidFill>
              </a:defRPr>
            </a:lvl6pPr>
            <a:lvl7pPr algn="l">
              <a:defRPr sz="1725" b="0">
                <a:solidFill>
                  <a:srgbClr val="61726C"/>
                </a:solidFill>
              </a:defRPr>
            </a:lvl7pPr>
            <a:lvl8pPr algn="l">
              <a:defRPr sz="1725" b="0">
                <a:solidFill>
                  <a:srgbClr val="61726C"/>
                </a:solidFill>
              </a:defRPr>
            </a:lvl8pPr>
            <a:lvl9pPr algn="l">
              <a:defRPr sz="1725" b="0">
                <a:solidFill>
                  <a:srgbClr val="61726C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26C"/>
                </a:solidFill>
              </a:defRPr>
            </a:pPr>
            <a:r>
              <a:rPr sz="1725" b="0">
                <a:solidFill>
                  <a:srgbClr val="61726C"/>
                </a:solidFill>
              </a:rPr>
              <a:t>복약을 잊고 주의사항을 놓치는 문제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11776-AD5C-455D-8E79-71CB64F0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90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4FB8C-6BD8-4568-9EEA-6DBC42AF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DC735D"/>
                </a:solidFill>
              </a:defRPr>
            </a:defPPr>
            <a:lvl1pPr algn="l">
              <a:defRPr sz="2700" b="1">
                <a:solidFill>
                  <a:srgbClr val="DC735D"/>
                </a:solidFill>
              </a:defRPr>
            </a:lvl1pPr>
            <a:lvl2pPr algn="l">
              <a:defRPr sz="2700" b="1">
                <a:solidFill>
                  <a:srgbClr val="DC735D"/>
                </a:solidFill>
              </a:defRPr>
            </a:lvl2pPr>
            <a:lvl3pPr algn="l">
              <a:defRPr sz="2700" b="1">
                <a:solidFill>
                  <a:srgbClr val="DC735D"/>
                </a:solidFill>
              </a:defRPr>
            </a:lvl3pPr>
            <a:lvl4pPr algn="l">
              <a:defRPr sz="2700" b="1">
                <a:solidFill>
                  <a:srgbClr val="DC735D"/>
                </a:solidFill>
              </a:defRPr>
            </a:lvl4pPr>
            <a:lvl5pPr algn="l">
              <a:defRPr sz="2700" b="1">
                <a:solidFill>
                  <a:srgbClr val="DC735D"/>
                </a:solidFill>
              </a:defRPr>
            </a:lvl5pPr>
            <a:lvl6pPr algn="l">
              <a:defRPr sz="2700" b="1">
                <a:solidFill>
                  <a:srgbClr val="DC735D"/>
                </a:solidFill>
              </a:defRPr>
            </a:lvl6pPr>
            <a:lvl7pPr algn="l">
              <a:defRPr sz="2700" b="1">
                <a:solidFill>
                  <a:srgbClr val="DC735D"/>
                </a:solidFill>
              </a:defRPr>
            </a:lvl7pPr>
            <a:lvl8pPr algn="l">
              <a:defRPr sz="2700" b="1">
                <a:solidFill>
                  <a:srgbClr val="DC735D"/>
                </a:solidFill>
              </a:defRPr>
            </a:lvl8pPr>
            <a:lvl9pPr algn="l">
              <a:defRPr sz="2700" b="1">
                <a:solidFill>
                  <a:srgbClr val="DC735D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DC735D"/>
                </a:solidFill>
              </a:defRPr>
            </a:pPr>
            <a:r>
              <a:rPr sz="2700" b="1">
                <a:solidFill>
                  <a:srgbClr val="DC735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C7467-6355-4FE2-8CCC-B8E16E4C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6225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75" b="1">
                <a:solidFill>
                  <a:srgbClr val="183B37"/>
                </a:solidFill>
              </a:defRPr>
            </a:defPPr>
            <a:lvl1pPr algn="l">
              <a:defRPr sz="2475" b="1">
                <a:solidFill>
                  <a:srgbClr val="183B37"/>
                </a:solidFill>
              </a:defRPr>
            </a:lvl1pPr>
            <a:lvl2pPr algn="l">
              <a:defRPr sz="2475" b="1">
                <a:solidFill>
                  <a:srgbClr val="183B37"/>
                </a:solidFill>
              </a:defRPr>
            </a:lvl2pPr>
            <a:lvl3pPr algn="l">
              <a:defRPr sz="2475" b="1">
                <a:solidFill>
                  <a:srgbClr val="183B37"/>
                </a:solidFill>
              </a:defRPr>
            </a:lvl3pPr>
            <a:lvl4pPr algn="l">
              <a:defRPr sz="2475" b="1">
                <a:solidFill>
                  <a:srgbClr val="183B37"/>
                </a:solidFill>
              </a:defRPr>
            </a:lvl4pPr>
            <a:lvl5pPr algn="l">
              <a:defRPr sz="2475" b="1">
                <a:solidFill>
                  <a:srgbClr val="183B37"/>
                </a:solidFill>
              </a:defRPr>
            </a:lvl5pPr>
            <a:lvl6pPr algn="l">
              <a:defRPr sz="2475" b="1">
                <a:solidFill>
                  <a:srgbClr val="183B37"/>
                </a:solidFill>
              </a:defRPr>
            </a:lvl6pPr>
            <a:lvl7pPr algn="l">
              <a:defRPr sz="2475" b="1">
                <a:solidFill>
                  <a:srgbClr val="183B37"/>
                </a:solidFill>
              </a:defRPr>
            </a:lvl7pPr>
            <a:lvl8pPr algn="l">
              <a:defRPr sz="2475" b="1">
                <a:solidFill>
                  <a:srgbClr val="183B37"/>
                </a:solidFill>
              </a:defRPr>
            </a:lvl8pPr>
            <a:lvl9pPr algn="l">
              <a:defRPr sz="2475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83B37"/>
                </a:solidFill>
              </a:defRPr>
            </a:pPr>
            <a:r>
              <a:rPr sz="2475" b="1">
                <a:solidFill>
                  <a:srgbClr val="183B37"/>
                </a:solidFill>
              </a:rPr>
              <a:t>주요 기능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51833-56A6-4EED-B3A1-8B18300C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61726C"/>
                </a:solidFill>
              </a:defRPr>
            </a:defPPr>
            <a:lvl1pPr algn="l">
              <a:defRPr sz="1725" b="0">
                <a:solidFill>
                  <a:srgbClr val="61726C"/>
                </a:solidFill>
              </a:defRPr>
            </a:lvl1pPr>
            <a:lvl2pPr algn="l">
              <a:defRPr sz="1725" b="0">
                <a:solidFill>
                  <a:srgbClr val="61726C"/>
                </a:solidFill>
              </a:defRPr>
            </a:lvl2pPr>
            <a:lvl3pPr algn="l">
              <a:defRPr sz="1725" b="0">
                <a:solidFill>
                  <a:srgbClr val="61726C"/>
                </a:solidFill>
              </a:defRPr>
            </a:lvl3pPr>
            <a:lvl4pPr algn="l">
              <a:defRPr sz="1725" b="0">
                <a:solidFill>
                  <a:srgbClr val="61726C"/>
                </a:solidFill>
              </a:defRPr>
            </a:lvl4pPr>
            <a:lvl5pPr algn="l">
              <a:defRPr sz="1725" b="0">
                <a:solidFill>
                  <a:srgbClr val="61726C"/>
                </a:solidFill>
              </a:defRPr>
            </a:lvl5pPr>
            <a:lvl6pPr algn="l">
              <a:defRPr sz="1725" b="0">
                <a:solidFill>
                  <a:srgbClr val="61726C"/>
                </a:solidFill>
              </a:defRPr>
            </a:lvl6pPr>
            <a:lvl7pPr algn="l">
              <a:defRPr sz="1725" b="0">
                <a:solidFill>
                  <a:srgbClr val="61726C"/>
                </a:solidFill>
              </a:defRPr>
            </a:lvl7pPr>
            <a:lvl8pPr algn="l">
              <a:defRPr sz="1725" b="0">
                <a:solidFill>
                  <a:srgbClr val="61726C"/>
                </a:solidFill>
              </a:defRPr>
            </a:lvl8pPr>
            <a:lvl9pPr algn="l">
              <a:defRPr sz="1725" b="0">
                <a:solidFill>
                  <a:srgbClr val="61726C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26C"/>
                </a:solidFill>
              </a:defRPr>
            </a:pPr>
            <a:r>
              <a:rPr sz="1725" b="0">
                <a:solidFill>
                  <a:srgbClr val="61726C"/>
                </a:solidFill>
              </a:rPr>
              <a:t>약 등록부터 복용 기록까지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CD3A6-916F-4870-B217-DD9912ED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290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9FF59-703F-4C20-9108-3AAD65B9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004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DC735D"/>
                </a:solidFill>
              </a:defRPr>
            </a:defPPr>
            <a:lvl1pPr algn="l">
              <a:defRPr sz="2700" b="1">
                <a:solidFill>
                  <a:srgbClr val="DC735D"/>
                </a:solidFill>
              </a:defRPr>
            </a:lvl1pPr>
            <a:lvl2pPr algn="l">
              <a:defRPr sz="2700" b="1">
                <a:solidFill>
                  <a:srgbClr val="DC735D"/>
                </a:solidFill>
              </a:defRPr>
            </a:lvl2pPr>
            <a:lvl3pPr algn="l">
              <a:defRPr sz="2700" b="1">
                <a:solidFill>
                  <a:srgbClr val="DC735D"/>
                </a:solidFill>
              </a:defRPr>
            </a:lvl3pPr>
            <a:lvl4pPr algn="l">
              <a:defRPr sz="2700" b="1">
                <a:solidFill>
                  <a:srgbClr val="DC735D"/>
                </a:solidFill>
              </a:defRPr>
            </a:lvl4pPr>
            <a:lvl5pPr algn="l">
              <a:defRPr sz="2700" b="1">
                <a:solidFill>
                  <a:srgbClr val="DC735D"/>
                </a:solidFill>
              </a:defRPr>
            </a:lvl5pPr>
            <a:lvl6pPr algn="l">
              <a:defRPr sz="2700" b="1">
                <a:solidFill>
                  <a:srgbClr val="DC735D"/>
                </a:solidFill>
              </a:defRPr>
            </a:lvl6pPr>
            <a:lvl7pPr algn="l">
              <a:defRPr sz="2700" b="1">
                <a:solidFill>
                  <a:srgbClr val="DC735D"/>
                </a:solidFill>
              </a:defRPr>
            </a:lvl7pPr>
            <a:lvl8pPr algn="l">
              <a:defRPr sz="2700" b="1">
                <a:solidFill>
                  <a:srgbClr val="DC735D"/>
                </a:solidFill>
              </a:defRPr>
            </a:lvl8pPr>
            <a:lvl9pPr algn="l">
              <a:defRPr sz="2700" b="1">
                <a:solidFill>
                  <a:srgbClr val="DC735D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DC735D"/>
                </a:solidFill>
              </a:defRPr>
            </a:pPr>
            <a:r>
              <a:rPr sz="2700" b="1">
                <a:solidFill>
                  <a:srgbClr val="DC735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FA020-4673-4AC2-AE24-B0286EF5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004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75" b="1">
                <a:solidFill>
                  <a:srgbClr val="183B37"/>
                </a:solidFill>
              </a:defRPr>
            </a:defPPr>
            <a:lvl1pPr algn="l">
              <a:defRPr sz="2475" b="1">
                <a:solidFill>
                  <a:srgbClr val="183B37"/>
                </a:solidFill>
              </a:defRPr>
            </a:lvl1pPr>
            <a:lvl2pPr algn="l">
              <a:defRPr sz="2475" b="1">
                <a:solidFill>
                  <a:srgbClr val="183B37"/>
                </a:solidFill>
              </a:defRPr>
            </a:lvl2pPr>
            <a:lvl3pPr algn="l">
              <a:defRPr sz="2475" b="1">
                <a:solidFill>
                  <a:srgbClr val="183B37"/>
                </a:solidFill>
              </a:defRPr>
            </a:lvl3pPr>
            <a:lvl4pPr algn="l">
              <a:defRPr sz="2475" b="1">
                <a:solidFill>
                  <a:srgbClr val="183B37"/>
                </a:solidFill>
              </a:defRPr>
            </a:lvl4pPr>
            <a:lvl5pPr algn="l">
              <a:defRPr sz="2475" b="1">
                <a:solidFill>
                  <a:srgbClr val="183B37"/>
                </a:solidFill>
              </a:defRPr>
            </a:lvl5pPr>
            <a:lvl6pPr algn="l">
              <a:defRPr sz="2475" b="1">
                <a:solidFill>
                  <a:srgbClr val="183B37"/>
                </a:solidFill>
              </a:defRPr>
            </a:lvl6pPr>
            <a:lvl7pPr algn="l">
              <a:defRPr sz="2475" b="1">
                <a:solidFill>
                  <a:srgbClr val="183B37"/>
                </a:solidFill>
              </a:defRPr>
            </a:lvl7pPr>
            <a:lvl8pPr algn="l">
              <a:defRPr sz="2475" b="1">
                <a:solidFill>
                  <a:srgbClr val="183B37"/>
                </a:solidFill>
              </a:defRPr>
            </a:lvl8pPr>
            <a:lvl9pPr algn="l">
              <a:defRPr sz="2475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83B37"/>
                </a:solidFill>
              </a:defRPr>
            </a:pPr>
            <a:r>
              <a:rPr sz="2475" b="1">
                <a:solidFill>
                  <a:srgbClr val="183B37"/>
                </a:solidFill>
              </a:rPr>
              <a:t>개발 환경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C43D2-698E-46C4-9C9C-2D0192C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00475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61726C"/>
                </a:solidFill>
              </a:defRPr>
            </a:defPPr>
            <a:lvl1pPr algn="l">
              <a:defRPr sz="1725" b="0">
                <a:solidFill>
                  <a:srgbClr val="61726C"/>
                </a:solidFill>
              </a:defRPr>
            </a:lvl1pPr>
            <a:lvl2pPr algn="l">
              <a:defRPr sz="1725" b="0">
                <a:solidFill>
                  <a:srgbClr val="61726C"/>
                </a:solidFill>
              </a:defRPr>
            </a:lvl2pPr>
            <a:lvl3pPr algn="l">
              <a:defRPr sz="1725" b="0">
                <a:solidFill>
                  <a:srgbClr val="61726C"/>
                </a:solidFill>
              </a:defRPr>
            </a:lvl3pPr>
            <a:lvl4pPr algn="l">
              <a:defRPr sz="1725" b="0">
                <a:solidFill>
                  <a:srgbClr val="61726C"/>
                </a:solidFill>
              </a:defRPr>
            </a:lvl4pPr>
            <a:lvl5pPr algn="l">
              <a:defRPr sz="1725" b="0">
                <a:solidFill>
                  <a:srgbClr val="61726C"/>
                </a:solidFill>
              </a:defRPr>
            </a:lvl5pPr>
            <a:lvl6pPr algn="l">
              <a:defRPr sz="1725" b="0">
                <a:solidFill>
                  <a:srgbClr val="61726C"/>
                </a:solidFill>
              </a:defRPr>
            </a:lvl6pPr>
            <a:lvl7pPr algn="l">
              <a:defRPr sz="1725" b="0">
                <a:solidFill>
                  <a:srgbClr val="61726C"/>
                </a:solidFill>
              </a:defRPr>
            </a:lvl7pPr>
            <a:lvl8pPr algn="l">
              <a:defRPr sz="1725" b="0">
                <a:solidFill>
                  <a:srgbClr val="61726C"/>
                </a:solidFill>
              </a:defRPr>
            </a:lvl8pPr>
            <a:lvl9pPr algn="l">
              <a:defRPr sz="1725" b="0">
                <a:solidFill>
                  <a:srgbClr val="61726C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26C"/>
                </a:solidFill>
              </a:defRPr>
            </a:pPr>
            <a:r>
              <a:rPr sz="1725" b="0">
                <a:solidFill>
                  <a:srgbClr val="61726C"/>
                </a:solidFill>
              </a:rPr>
              <a:t>1인이 구현할 수 있는 Android 구성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5A98F-2C4C-4AF6-8E01-D488D371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D228B-520F-456A-B6D3-C485E704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DC735D"/>
                </a:solidFill>
              </a:defRPr>
            </a:defPPr>
            <a:lvl1pPr algn="l">
              <a:defRPr sz="2700" b="1">
                <a:solidFill>
                  <a:srgbClr val="DC735D"/>
                </a:solidFill>
              </a:defRPr>
            </a:lvl1pPr>
            <a:lvl2pPr algn="l">
              <a:defRPr sz="2700" b="1">
                <a:solidFill>
                  <a:srgbClr val="DC735D"/>
                </a:solidFill>
              </a:defRPr>
            </a:lvl2pPr>
            <a:lvl3pPr algn="l">
              <a:defRPr sz="2700" b="1">
                <a:solidFill>
                  <a:srgbClr val="DC735D"/>
                </a:solidFill>
              </a:defRPr>
            </a:lvl3pPr>
            <a:lvl4pPr algn="l">
              <a:defRPr sz="2700" b="1">
                <a:solidFill>
                  <a:srgbClr val="DC735D"/>
                </a:solidFill>
              </a:defRPr>
            </a:lvl4pPr>
            <a:lvl5pPr algn="l">
              <a:defRPr sz="2700" b="1">
                <a:solidFill>
                  <a:srgbClr val="DC735D"/>
                </a:solidFill>
              </a:defRPr>
            </a:lvl5pPr>
            <a:lvl6pPr algn="l">
              <a:defRPr sz="2700" b="1">
                <a:solidFill>
                  <a:srgbClr val="DC735D"/>
                </a:solidFill>
              </a:defRPr>
            </a:lvl6pPr>
            <a:lvl7pPr algn="l">
              <a:defRPr sz="2700" b="1">
                <a:solidFill>
                  <a:srgbClr val="DC735D"/>
                </a:solidFill>
              </a:defRPr>
            </a:lvl7pPr>
            <a:lvl8pPr algn="l">
              <a:defRPr sz="2700" b="1">
                <a:solidFill>
                  <a:srgbClr val="DC735D"/>
                </a:solidFill>
              </a:defRPr>
            </a:lvl8pPr>
            <a:lvl9pPr algn="l">
              <a:defRPr sz="2700" b="1">
                <a:solidFill>
                  <a:srgbClr val="DC735D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DC735D"/>
                </a:solidFill>
              </a:defRPr>
            </a:pPr>
            <a:r>
              <a:rPr sz="2700" b="1">
                <a:solidFill>
                  <a:srgbClr val="DC735D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7B62E-D6DC-4B63-8C65-7447DDEA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3870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75" b="1">
                <a:solidFill>
                  <a:srgbClr val="183B37"/>
                </a:solidFill>
              </a:defRPr>
            </a:defPPr>
            <a:lvl1pPr algn="l">
              <a:defRPr sz="2475" b="1">
                <a:solidFill>
                  <a:srgbClr val="183B37"/>
                </a:solidFill>
              </a:defRPr>
            </a:lvl1pPr>
            <a:lvl2pPr algn="l">
              <a:defRPr sz="2475" b="1">
                <a:solidFill>
                  <a:srgbClr val="183B37"/>
                </a:solidFill>
              </a:defRPr>
            </a:lvl2pPr>
            <a:lvl3pPr algn="l">
              <a:defRPr sz="2475" b="1">
                <a:solidFill>
                  <a:srgbClr val="183B37"/>
                </a:solidFill>
              </a:defRPr>
            </a:lvl3pPr>
            <a:lvl4pPr algn="l">
              <a:defRPr sz="2475" b="1">
                <a:solidFill>
                  <a:srgbClr val="183B37"/>
                </a:solidFill>
              </a:defRPr>
            </a:lvl4pPr>
            <a:lvl5pPr algn="l">
              <a:defRPr sz="2475" b="1">
                <a:solidFill>
                  <a:srgbClr val="183B37"/>
                </a:solidFill>
              </a:defRPr>
            </a:lvl5pPr>
            <a:lvl6pPr algn="l">
              <a:defRPr sz="2475" b="1">
                <a:solidFill>
                  <a:srgbClr val="183B37"/>
                </a:solidFill>
              </a:defRPr>
            </a:lvl6pPr>
            <a:lvl7pPr algn="l">
              <a:defRPr sz="2475" b="1">
                <a:solidFill>
                  <a:srgbClr val="183B37"/>
                </a:solidFill>
              </a:defRPr>
            </a:lvl7pPr>
            <a:lvl8pPr algn="l">
              <a:defRPr sz="2475" b="1">
                <a:solidFill>
                  <a:srgbClr val="183B37"/>
                </a:solidFill>
              </a:defRPr>
            </a:lvl8pPr>
            <a:lvl9pPr algn="l">
              <a:defRPr sz="2475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83B37"/>
                </a:solidFill>
              </a:defRPr>
            </a:pPr>
            <a:r>
              <a:rPr sz="2475" b="1">
                <a:solidFill>
                  <a:srgbClr val="183B37"/>
                </a:solidFill>
              </a:rPr>
              <a:t>개발 계획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4B99C-FB62-43BF-B41E-79B55C4A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38700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61726C"/>
                </a:solidFill>
              </a:defRPr>
            </a:defPPr>
            <a:lvl1pPr algn="l">
              <a:defRPr sz="1725" b="0">
                <a:solidFill>
                  <a:srgbClr val="61726C"/>
                </a:solidFill>
              </a:defRPr>
            </a:lvl1pPr>
            <a:lvl2pPr algn="l">
              <a:defRPr sz="1725" b="0">
                <a:solidFill>
                  <a:srgbClr val="61726C"/>
                </a:solidFill>
              </a:defRPr>
            </a:lvl2pPr>
            <a:lvl3pPr algn="l">
              <a:defRPr sz="1725" b="0">
                <a:solidFill>
                  <a:srgbClr val="61726C"/>
                </a:solidFill>
              </a:defRPr>
            </a:lvl3pPr>
            <a:lvl4pPr algn="l">
              <a:defRPr sz="1725" b="0">
                <a:solidFill>
                  <a:srgbClr val="61726C"/>
                </a:solidFill>
              </a:defRPr>
            </a:lvl4pPr>
            <a:lvl5pPr algn="l">
              <a:defRPr sz="1725" b="0">
                <a:solidFill>
                  <a:srgbClr val="61726C"/>
                </a:solidFill>
              </a:defRPr>
            </a:lvl5pPr>
            <a:lvl6pPr algn="l">
              <a:defRPr sz="1725" b="0">
                <a:solidFill>
                  <a:srgbClr val="61726C"/>
                </a:solidFill>
              </a:defRPr>
            </a:lvl6pPr>
            <a:lvl7pPr algn="l">
              <a:defRPr sz="1725" b="0">
                <a:solidFill>
                  <a:srgbClr val="61726C"/>
                </a:solidFill>
              </a:defRPr>
            </a:lvl7pPr>
            <a:lvl8pPr algn="l">
              <a:defRPr sz="1725" b="0">
                <a:solidFill>
                  <a:srgbClr val="61726C"/>
                </a:solidFill>
              </a:defRPr>
            </a:lvl8pPr>
            <a:lvl9pPr algn="l">
              <a:defRPr sz="1725" b="0">
                <a:solidFill>
                  <a:srgbClr val="61726C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26C"/>
                </a:solidFill>
              </a:defRPr>
            </a:pPr>
            <a:r>
              <a:rPr sz="1725" b="0">
                <a:solidFill>
                  <a:srgbClr val="61726C"/>
                </a:solidFill>
              </a:rPr>
              <a:t>11월 27일까지의 4주 일정</a:t>
            </a:r>
          </a:p>
        </p:txBody>
      </p:sp>
    </p:spTree>
    <p:extLst>
      <p:ext uri="{BB962C8B-B14F-4D97-AF65-F5344CB8AC3E}">
        <p14:creationId xmlns:p14="http://schemas.microsoft.com/office/powerpoint/2010/main" val="5227353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F56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C850F-5A6B-4D98-A4F2-3107C3D3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342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0" b="1">
                <a:solidFill>
                  <a:srgbClr val="9BB5A6"/>
                </a:solidFill>
              </a:defRPr>
            </a:defPPr>
            <a:lvl1pPr algn="l">
              <a:defRPr sz="11250" b="1">
                <a:solidFill>
                  <a:srgbClr val="9BB5A6"/>
                </a:solidFill>
              </a:defRPr>
            </a:lvl1pPr>
            <a:lvl2pPr algn="l">
              <a:defRPr sz="11250" b="1">
                <a:solidFill>
                  <a:srgbClr val="9BB5A6"/>
                </a:solidFill>
              </a:defRPr>
            </a:lvl2pPr>
            <a:lvl3pPr algn="l">
              <a:defRPr sz="11250" b="1">
                <a:solidFill>
                  <a:srgbClr val="9BB5A6"/>
                </a:solidFill>
              </a:defRPr>
            </a:lvl3pPr>
            <a:lvl4pPr algn="l">
              <a:defRPr sz="11250" b="1">
                <a:solidFill>
                  <a:srgbClr val="9BB5A6"/>
                </a:solidFill>
              </a:defRPr>
            </a:lvl4pPr>
            <a:lvl5pPr algn="l">
              <a:defRPr sz="11250" b="1">
                <a:solidFill>
                  <a:srgbClr val="9BB5A6"/>
                </a:solidFill>
              </a:defRPr>
            </a:lvl5pPr>
            <a:lvl6pPr algn="l">
              <a:defRPr sz="11250" b="1">
                <a:solidFill>
                  <a:srgbClr val="9BB5A6"/>
                </a:solidFill>
              </a:defRPr>
            </a:lvl6pPr>
            <a:lvl7pPr algn="l">
              <a:defRPr sz="11250" b="1">
                <a:solidFill>
                  <a:srgbClr val="9BB5A6"/>
                </a:solidFill>
              </a:defRPr>
            </a:lvl7pPr>
            <a:lvl8pPr algn="l">
              <a:defRPr sz="11250" b="1">
                <a:solidFill>
                  <a:srgbClr val="9BB5A6"/>
                </a:solidFill>
              </a:defRPr>
            </a:lvl8pPr>
            <a:lvl9pPr algn="l">
              <a:defRPr sz="11250" b="1">
                <a:solidFill>
                  <a:srgbClr val="9BB5A6"/>
                </a:solidFill>
              </a:defRPr>
            </a:lvl9pPr>
          </a:lstStyle>
          <a:p xmlns:a="http://schemas.openxmlformats.org/drawingml/2006/main">
            <a:pPr algn="l">
              <a:defRPr sz="11250" b="1">
                <a:solidFill>
                  <a:srgbClr val="9BB5A6"/>
                </a:solidFill>
              </a:defRPr>
            </a:pPr>
            <a:r>
              <a:rPr sz="11250" b="1">
                <a:solidFill>
                  <a:srgbClr val="9BB5A6"/>
                </a:solidFill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0EECC-F237-4C14-B639-3F26EE88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019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175" b="1">
                <a:solidFill>
                  <a:srgbClr val="FFFDF9"/>
                </a:solidFill>
              </a:defRPr>
            </a:defPPr>
            <a:lvl1pPr algn="l">
              <a:defRPr sz="5175" b="1">
                <a:solidFill>
                  <a:srgbClr val="FFFDF9"/>
                </a:solidFill>
              </a:defRPr>
            </a:lvl1pPr>
            <a:lvl2pPr algn="l">
              <a:defRPr sz="5175" b="1">
                <a:solidFill>
                  <a:srgbClr val="FFFDF9"/>
                </a:solidFill>
              </a:defRPr>
            </a:lvl2pPr>
            <a:lvl3pPr algn="l">
              <a:defRPr sz="5175" b="1">
                <a:solidFill>
                  <a:srgbClr val="FFFDF9"/>
                </a:solidFill>
              </a:defRPr>
            </a:lvl3pPr>
            <a:lvl4pPr algn="l">
              <a:defRPr sz="5175" b="1">
                <a:solidFill>
                  <a:srgbClr val="FFFDF9"/>
                </a:solidFill>
              </a:defRPr>
            </a:lvl4pPr>
            <a:lvl5pPr algn="l">
              <a:defRPr sz="5175" b="1">
                <a:solidFill>
                  <a:srgbClr val="FFFDF9"/>
                </a:solidFill>
              </a:defRPr>
            </a:lvl5pPr>
            <a:lvl6pPr algn="l">
              <a:defRPr sz="5175" b="1">
                <a:solidFill>
                  <a:srgbClr val="FFFDF9"/>
                </a:solidFill>
              </a:defRPr>
            </a:lvl6pPr>
            <a:lvl7pPr algn="l">
              <a:defRPr sz="5175" b="1">
                <a:solidFill>
                  <a:srgbClr val="FFFDF9"/>
                </a:solidFill>
              </a:defRPr>
            </a:lvl7pPr>
            <a:lvl8pPr algn="l">
              <a:defRPr sz="5175" b="1">
                <a:solidFill>
                  <a:srgbClr val="FFFDF9"/>
                </a:solidFill>
              </a:defRPr>
            </a:lvl8pPr>
            <a:lvl9pPr algn="l">
              <a:defRPr sz="5175" b="1">
                <a:solidFill>
                  <a:srgbClr val="FFFDF9"/>
                </a:solidFill>
              </a:defRPr>
            </a:lvl9pPr>
          </a:lstStyle>
          <a:p xmlns:a="http://schemas.openxmlformats.org/drawingml/2006/main">
            <a:pPr algn="l">
              <a:defRPr sz="5175" b="1">
                <a:solidFill>
                  <a:srgbClr val="FFFDF9"/>
                </a:solidFill>
              </a:defRPr>
            </a:pPr>
            <a:r>
              <a:rPr sz="5175" b="1">
                <a:solidFill>
                  <a:srgbClr val="FFFDF9"/>
                </a:solidFill>
              </a:rPr>
              <a:t>주제 선정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371A1-9812-45D9-B352-C3DDE68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B5863-7AC2-4A35-A581-0376CB55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D8E3DB"/>
                </a:solidFill>
              </a:defRPr>
            </a:defPPr>
            <a:lvl1pPr algn="l">
              <a:defRPr sz="1875" b="0">
                <a:solidFill>
                  <a:srgbClr val="D8E3DB"/>
                </a:solidFill>
              </a:defRPr>
            </a:lvl1pPr>
            <a:lvl2pPr algn="l">
              <a:defRPr sz="1875" b="0">
                <a:solidFill>
                  <a:srgbClr val="D8E3DB"/>
                </a:solidFill>
              </a:defRPr>
            </a:lvl2pPr>
            <a:lvl3pPr algn="l">
              <a:defRPr sz="1875" b="0">
                <a:solidFill>
                  <a:srgbClr val="D8E3DB"/>
                </a:solidFill>
              </a:defRPr>
            </a:lvl3pPr>
            <a:lvl4pPr algn="l">
              <a:defRPr sz="1875" b="0">
                <a:solidFill>
                  <a:srgbClr val="D8E3DB"/>
                </a:solidFill>
              </a:defRPr>
            </a:lvl4pPr>
            <a:lvl5pPr algn="l">
              <a:defRPr sz="1875" b="0">
                <a:solidFill>
                  <a:srgbClr val="D8E3DB"/>
                </a:solidFill>
              </a:defRPr>
            </a:lvl5pPr>
            <a:lvl6pPr algn="l">
              <a:defRPr sz="1875" b="0">
                <a:solidFill>
                  <a:srgbClr val="D8E3DB"/>
                </a:solidFill>
              </a:defRPr>
            </a:lvl6pPr>
            <a:lvl7pPr algn="l">
              <a:defRPr sz="1875" b="0">
                <a:solidFill>
                  <a:srgbClr val="D8E3DB"/>
                </a:solidFill>
              </a:defRPr>
            </a:lvl7pPr>
            <a:lvl8pPr algn="l">
              <a:defRPr sz="1875" b="0">
                <a:solidFill>
                  <a:srgbClr val="D8E3DB"/>
                </a:solidFill>
              </a:defRPr>
            </a:lvl8pPr>
            <a:lvl9pPr algn="l">
              <a:defRPr sz="1875" b="0">
                <a:solidFill>
                  <a:srgbClr val="D8E3DB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8E3DB"/>
                </a:solidFill>
              </a:defRPr>
            </a:pPr>
            <a:r>
              <a:rPr sz="1875" b="0">
                <a:solidFill>
                  <a:srgbClr val="D8E3DB"/>
                </a:solidFill>
              </a:rPr>
              <a:t>복용을 잊고 함께 먹는 것의 주의사항을 놓치는 문제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0528E-A735-43D5-987B-5CEBCD2B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D8E3DB"/>
                </a:solidFill>
              </a:defRPr>
            </a:defPPr>
            <a:lvl1pPr algn="l">
              <a:defRPr sz="1200" b="0">
                <a:solidFill>
                  <a:srgbClr val="D8E3DB"/>
                </a:solidFill>
              </a:defRPr>
            </a:lvl1pPr>
            <a:lvl2pPr algn="l">
              <a:defRPr sz="1200" b="0">
                <a:solidFill>
                  <a:srgbClr val="D8E3DB"/>
                </a:solidFill>
              </a:defRPr>
            </a:lvl2pPr>
            <a:lvl3pPr algn="l">
              <a:defRPr sz="1200" b="0">
                <a:solidFill>
                  <a:srgbClr val="D8E3DB"/>
                </a:solidFill>
              </a:defRPr>
            </a:lvl3pPr>
            <a:lvl4pPr algn="l">
              <a:defRPr sz="1200" b="0">
                <a:solidFill>
                  <a:srgbClr val="D8E3DB"/>
                </a:solidFill>
              </a:defRPr>
            </a:lvl4pPr>
            <a:lvl5pPr algn="l">
              <a:defRPr sz="1200" b="0">
                <a:solidFill>
                  <a:srgbClr val="D8E3DB"/>
                </a:solidFill>
              </a:defRPr>
            </a:lvl5pPr>
            <a:lvl6pPr algn="l">
              <a:defRPr sz="1200" b="0">
                <a:solidFill>
                  <a:srgbClr val="D8E3DB"/>
                </a:solidFill>
              </a:defRPr>
            </a:lvl6pPr>
            <a:lvl7pPr algn="l">
              <a:defRPr sz="1200" b="0">
                <a:solidFill>
                  <a:srgbClr val="D8E3DB"/>
                </a:solidFill>
              </a:defRPr>
            </a:lvl7pPr>
            <a:lvl8pPr algn="l">
              <a:defRPr sz="1200" b="0">
                <a:solidFill>
                  <a:srgbClr val="D8E3DB"/>
                </a:solidFill>
              </a:defRPr>
            </a:lvl8pPr>
            <a:lvl9pPr algn="l">
              <a:defRPr sz="1200" b="0">
                <a:solidFill>
                  <a:srgbClr val="D8E3DB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D8E3DB"/>
                </a:solidFill>
              </a:defRPr>
            </a:pPr>
            <a:r>
              <a:rPr sz="1200" b="0">
                <a:solidFill>
                  <a:srgbClr val="D8E3DB"/>
                </a:solidFill>
              </a:rPr>
              <a:t>MediSync AI</a:t>
            </a:r>
          </a:p>
        </p:txBody>
      </p:sp>
    </p:spTree>
    <p:extLst>
      <p:ext uri="{BB962C8B-B14F-4D97-AF65-F5344CB8AC3E}">
        <p14:creationId xmlns:p14="http://schemas.microsoft.com/office/powerpoint/2010/main" val="1380294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9BA39-9575-4136-BF16-C5B7C549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183B37"/>
                </a:solidFill>
              </a:defRPr>
            </a:defPPr>
            <a:lvl1pPr algn="l">
              <a:defRPr sz="3300" b="1">
                <a:solidFill>
                  <a:srgbClr val="183B37"/>
                </a:solidFill>
              </a:defRPr>
            </a:lvl1pPr>
            <a:lvl2pPr algn="l">
              <a:defRPr sz="3300" b="1">
                <a:solidFill>
                  <a:srgbClr val="183B37"/>
                </a:solidFill>
              </a:defRPr>
            </a:lvl2pPr>
            <a:lvl3pPr algn="l">
              <a:defRPr sz="3300" b="1">
                <a:solidFill>
                  <a:srgbClr val="183B37"/>
                </a:solidFill>
              </a:defRPr>
            </a:lvl3pPr>
            <a:lvl4pPr algn="l">
              <a:defRPr sz="3300" b="1">
                <a:solidFill>
                  <a:srgbClr val="183B37"/>
                </a:solidFill>
              </a:defRPr>
            </a:lvl4pPr>
            <a:lvl5pPr algn="l">
              <a:defRPr sz="3300" b="1">
                <a:solidFill>
                  <a:srgbClr val="183B37"/>
                </a:solidFill>
              </a:defRPr>
            </a:lvl5pPr>
            <a:lvl6pPr algn="l">
              <a:defRPr sz="3300" b="1">
                <a:solidFill>
                  <a:srgbClr val="183B37"/>
                </a:solidFill>
              </a:defRPr>
            </a:lvl6pPr>
            <a:lvl7pPr algn="l">
              <a:defRPr sz="3300" b="1">
                <a:solidFill>
                  <a:srgbClr val="183B37"/>
                </a:solidFill>
              </a:defRPr>
            </a:lvl7pPr>
            <a:lvl8pPr algn="l">
              <a:defRPr sz="3300" b="1">
                <a:solidFill>
                  <a:srgbClr val="183B37"/>
                </a:solidFill>
              </a:defRPr>
            </a:lvl8pPr>
            <a:lvl9pPr algn="l">
              <a:defRPr sz="3300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B37"/>
                </a:solidFill>
              </a:defRPr>
            </a:pPr>
            <a:r>
              <a:rPr sz="3300" b="1">
                <a:solidFill>
                  <a:srgbClr val="183B37"/>
                </a:solidFill>
              </a:rPr>
              <a:t>복약 관리에서 겪는 두 가지 어려움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CB8E9-D511-4765-9AC1-6B8C1438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525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611E0-98A5-48C2-BF81-E932956C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0225"/>
            <a:ext cx="5429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183B37"/>
                </a:solidFill>
              </a:defRPr>
            </a:defPPr>
            <a:lvl1pPr algn="l">
              <a:defRPr sz="2625" b="1">
                <a:solidFill>
                  <a:srgbClr val="183B37"/>
                </a:solidFill>
              </a:defRPr>
            </a:lvl1pPr>
            <a:lvl2pPr algn="l">
              <a:defRPr sz="2625" b="1">
                <a:solidFill>
                  <a:srgbClr val="183B37"/>
                </a:solidFill>
              </a:defRPr>
            </a:lvl2pPr>
            <a:lvl3pPr algn="l">
              <a:defRPr sz="2625" b="1">
                <a:solidFill>
                  <a:srgbClr val="183B37"/>
                </a:solidFill>
              </a:defRPr>
            </a:lvl3pPr>
            <a:lvl4pPr algn="l">
              <a:defRPr sz="2625" b="1">
                <a:solidFill>
                  <a:srgbClr val="183B37"/>
                </a:solidFill>
              </a:defRPr>
            </a:lvl4pPr>
            <a:lvl5pPr algn="l">
              <a:defRPr sz="2625" b="1">
                <a:solidFill>
                  <a:srgbClr val="183B37"/>
                </a:solidFill>
              </a:defRPr>
            </a:lvl5pPr>
            <a:lvl6pPr algn="l">
              <a:defRPr sz="2625" b="1">
                <a:solidFill>
                  <a:srgbClr val="183B37"/>
                </a:solidFill>
              </a:defRPr>
            </a:lvl6pPr>
            <a:lvl7pPr algn="l">
              <a:defRPr sz="2625" b="1">
                <a:solidFill>
                  <a:srgbClr val="183B37"/>
                </a:solidFill>
              </a:defRPr>
            </a:lvl7pPr>
            <a:lvl8pPr algn="l">
              <a:defRPr sz="2625" b="1">
                <a:solidFill>
                  <a:srgbClr val="183B37"/>
                </a:solidFill>
              </a:defRPr>
            </a:lvl8pPr>
            <a:lvl9pPr algn="l">
              <a:defRPr sz="2625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83B37"/>
                </a:solidFill>
              </a:defRPr>
            </a:pPr>
            <a:r>
              <a:rPr sz="2625" b="1">
                <a:solidFill>
                  <a:srgbClr val="183B37"/>
                </a:solidFill>
              </a:rPr>
              <a:t>복용 시간을 잊는다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E9BC0-C4FB-4865-8767-4A4CBDE3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61726C"/>
                </a:solidFill>
              </a:defRPr>
            </a:defPPr>
            <a:lvl1pPr algn="l">
              <a:defRPr sz="1725" b="0">
                <a:solidFill>
                  <a:srgbClr val="61726C"/>
                </a:solidFill>
              </a:defRPr>
            </a:lvl1pPr>
            <a:lvl2pPr algn="l">
              <a:defRPr sz="1725" b="0">
                <a:solidFill>
                  <a:srgbClr val="61726C"/>
                </a:solidFill>
              </a:defRPr>
            </a:lvl2pPr>
            <a:lvl3pPr algn="l">
              <a:defRPr sz="1725" b="0">
                <a:solidFill>
                  <a:srgbClr val="61726C"/>
                </a:solidFill>
              </a:defRPr>
            </a:lvl3pPr>
            <a:lvl4pPr algn="l">
              <a:defRPr sz="1725" b="0">
                <a:solidFill>
                  <a:srgbClr val="61726C"/>
                </a:solidFill>
              </a:defRPr>
            </a:lvl4pPr>
            <a:lvl5pPr algn="l">
              <a:defRPr sz="1725" b="0">
                <a:solidFill>
                  <a:srgbClr val="61726C"/>
                </a:solidFill>
              </a:defRPr>
            </a:lvl5pPr>
            <a:lvl6pPr algn="l">
              <a:defRPr sz="1725" b="0">
                <a:solidFill>
                  <a:srgbClr val="61726C"/>
                </a:solidFill>
              </a:defRPr>
            </a:lvl6pPr>
            <a:lvl7pPr algn="l">
              <a:defRPr sz="1725" b="0">
                <a:solidFill>
                  <a:srgbClr val="61726C"/>
                </a:solidFill>
              </a:defRPr>
            </a:lvl7pPr>
            <a:lvl8pPr algn="l">
              <a:defRPr sz="1725" b="0">
                <a:solidFill>
                  <a:srgbClr val="61726C"/>
                </a:solidFill>
              </a:defRPr>
            </a:lvl8pPr>
            <a:lvl9pPr algn="l">
              <a:defRPr sz="1725" b="0">
                <a:solidFill>
                  <a:srgbClr val="61726C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26C"/>
                </a:solidFill>
              </a:defRPr>
            </a:pPr>
            <a:r>
              <a:rPr sz="1725" b="0">
                <a:solidFill>
                  <a:srgbClr val="61726C"/>
                </a:solidFill>
              </a:rPr>
              <a:t>알림을 확인해도 실제 복용 여부는</a:t>
            </a:r>
          </a:p>
          <a:p xmlns:a="http://schemas.openxmlformats.org/drawingml/2006/main">
            <a:pPr algn="l">
              <a:defRPr sz="1725" b="0">
                <a:solidFill>
                  <a:srgbClr val="61726C"/>
                </a:solidFill>
              </a:defRPr>
            </a:pPr>
            <a:r>
              <a:rPr sz="1725" b="0">
                <a:solidFill>
                  <a:srgbClr val="61726C"/>
                </a:solidFill>
              </a:rPr>
              <a:t>기록되지 않을 수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C2E5E-BBD3-49A3-BFE8-4B83B277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542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6E852-77E8-4AA5-B193-9BD2E104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83B37"/>
                </a:solidFill>
              </a:defRPr>
            </a:defPPr>
            <a:lvl1pPr algn="l">
              <a:defRPr sz="2400" b="1">
                <a:solidFill>
                  <a:srgbClr val="183B37"/>
                </a:solidFill>
              </a:defRPr>
            </a:lvl1pPr>
            <a:lvl2pPr algn="l">
              <a:defRPr sz="2400" b="1">
                <a:solidFill>
                  <a:srgbClr val="183B37"/>
                </a:solidFill>
              </a:defRPr>
            </a:lvl2pPr>
            <a:lvl3pPr algn="l">
              <a:defRPr sz="2400" b="1">
                <a:solidFill>
                  <a:srgbClr val="183B37"/>
                </a:solidFill>
              </a:defRPr>
            </a:lvl3pPr>
            <a:lvl4pPr algn="l">
              <a:defRPr sz="2400" b="1">
                <a:solidFill>
                  <a:srgbClr val="183B37"/>
                </a:solidFill>
              </a:defRPr>
            </a:lvl4pPr>
            <a:lvl5pPr algn="l">
              <a:defRPr sz="2400" b="1">
                <a:solidFill>
                  <a:srgbClr val="183B37"/>
                </a:solidFill>
              </a:defRPr>
            </a:lvl5pPr>
            <a:lvl6pPr algn="l">
              <a:defRPr sz="2400" b="1">
                <a:solidFill>
                  <a:srgbClr val="183B37"/>
                </a:solidFill>
              </a:defRPr>
            </a:lvl6pPr>
            <a:lvl7pPr algn="l">
              <a:defRPr sz="2400" b="1">
                <a:solidFill>
                  <a:srgbClr val="183B37"/>
                </a:solidFill>
              </a:defRPr>
            </a:lvl7pPr>
            <a:lvl8pPr algn="l">
              <a:defRPr sz="2400" b="1">
                <a:solidFill>
                  <a:srgbClr val="183B37"/>
                </a:solidFill>
              </a:defRPr>
            </a:lvl8pPr>
            <a:lvl9pPr algn="l">
              <a:defRPr sz="2400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3B37"/>
                </a:solidFill>
              </a:defRPr>
            </a:pPr>
            <a:r>
              <a:rPr sz="2400" b="1">
                <a:solidFill>
                  <a:srgbClr val="183B37"/>
                </a:solidFill>
              </a:rPr>
              <a:t>함께 먹는 것의 주의사항을 모른다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71BF3-E060-4899-9698-9DA64D6E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61726C"/>
                </a:solidFill>
              </a:defRPr>
            </a:defPPr>
            <a:lvl1pPr algn="l">
              <a:defRPr sz="1725" b="0">
                <a:solidFill>
                  <a:srgbClr val="61726C"/>
                </a:solidFill>
              </a:defRPr>
            </a:lvl1pPr>
            <a:lvl2pPr algn="l">
              <a:defRPr sz="1725" b="0">
                <a:solidFill>
                  <a:srgbClr val="61726C"/>
                </a:solidFill>
              </a:defRPr>
            </a:lvl2pPr>
            <a:lvl3pPr algn="l">
              <a:defRPr sz="1725" b="0">
                <a:solidFill>
                  <a:srgbClr val="61726C"/>
                </a:solidFill>
              </a:defRPr>
            </a:lvl3pPr>
            <a:lvl4pPr algn="l">
              <a:defRPr sz="1725" b="0">
                <a:solidFill>
                  <a:srgbClr val="61726C"/>
                </a:solidFill>
              </a:defRPr>
            </a:lvl4pPr>
            <a:lvl5pPr algn="l">
              <a:defRPr sz="1725" b="0">
                <a:solidFill>
                  <a:srgbClr val="61726C"/>
                </a:solidFill>
              </a:defRPr>
            </a:lvl5pPr>
            <a:lvl6pPr algn="l">
              <a:defRPr sz="1725" b="0">
                <a:solidFill>
                  <a:srgbClr val="61726C"/>
                </a:solidFill>
              </a:defRPr>
            </a:lvl6pPr>
            <a:lvl7pPr algn="l">
              <a:defRPr sz="1725" b="0">
                <a:solidFill>
                  <a:srgbClr val="61726C"/>
                </a:solidFill>
              </a:defRPr>
            </a:lvl7pPr>
            <a:lvl8pPr algn="l">
              <a:defRPr sz="1725" b="0">
                <a:solidFill>
                  <a:srgbClr val="61726C"/>
                </a:solidFill>
              </a:defRPr>
            </a:lvl8pPr>
            <a:lvl9pPr algn="l">
              <a:defRPr sz="1725" b="0">
                <a:solidFill>
                  <a:srgbClr val="61726C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26C"/>
                </a:solidFill>
              </a:defRPr>
            </a:pPr>
            <a:r>
              <a:rPr sz="1725" b="0">
                <a:solidFill>
                  <a:srgbClr val="61726C"/>
                </a:solidFill>
              </a:rPr>
              <a:t>약·영양제·음식 조합을</a:t>
            </a:r>
          </a:p>
          <a:p xmlns:a="http://schemas.openxmlformats.org/drawingml/2006/main">
            <a:pPr algn="l">
              <a:defRPr sz="1725" b="0">
                <a:solidFill>
                  <a:srgbClr val="61726C"/>
                </a:solidFill>
              </a:defRPr>
            </a:pPr>
            <a:r>
              <a:rPr sz="1725" b="0">
                <a:solidFill>
                  <a:srgbClr val="61726C"/>
                </a:solidFill>
              </a:rPr>
              <a:t>한곳에서 확인하기 어렵다.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3CE88-95CF-4181-8C27-CF0BFB1A24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b758fec92499d"/>
          <a:srcRect xmlns:a="http://schemas.openxmlformats.org/drawingml/2006/main" l="3125" t="0" r="3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1752600"/>
            <a:ext cx="4762500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206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F56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254BD-1F72-459D-AB22-F8F63E9A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342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0" b="1">
                <a:solidFill>
                  <a:srgbClr val="9BB5A6"/>
                </a:solidFill>
              </a:defRPr>
            </a:defPPr>
            <a:lvl1pPr algn="l">
              <a:defRPr sz="11250" b="1">
                <a:solidFill>
                  <a:srgbClr val="9BB5A6"/>
                </a:solidFill>
              </a:defRPr>
            </a:lvl1pPr>
            <a:lvl2pPr algn="l">
              <a:defRPr sz="11250" b="1">
                <a:solidFill>
                  <a:srgbClr val="9BB5A6"/>
                </a:solidFill>
              </a:defRPr>
            </a:lvl2pPr>
            <a:lvl3pPr algn="l">
              <a:defRPr sz="11250" b="1">
                <a:solidFill>
                  <a:srgbClr val="9BB5A6"/>
                </a:solidFill>
              </a:defRPr>
            </a:lvl3pPr>
            <a:lvl4pPr algn="l">
              <a:defRPr sz="11250" b="1">
                <a:solidFill>
                  <a:srgbClr val="9BB5A6"/>
                </a:solidFill>
              </a:defRPr>
            </a:lvl4pPr>
            <a:lvl5pPr algn="l">
              <a:defRPr sz="11250" b="1">
                <a:solidFill>
                  <a:srgbClr val="9BB5A6"/>
                </a:solidFill>
              </a:defRPr>
            </a:lvl5pPr>
            <a:lvl6pPr algn="l">
              <a:defRPr sz="11250" b="1">
                <a:solidFill>
                  <a:srgbClr val="9BB5A6"/>
                </a:solidFill>
              </a:defRPr>
            </a:lvl6pPr>
            <a:lvl7pPr algn="l">
              <a:defRPr sz="11250" b="1">
                <a:solidFill>
                  <a:srgbClr val="9BB5A6"/>
                </a:solidFill>
              </a:defRPr>
            </a:lvl7pPr>
            <a:lvl8pPr algn="l">
              <a:defRPr sz="11250" b="1">
                <a:solidFill>
                  <a:srgbClr val="9BB5A6"/>
                </a:solidFill>
              </a:defRPr>
            </a:lvl8pPr>
            <a:lvl9pPr algn="l">
              <a:defRPr sz="11250" b="1">
                <a:solidFill>
                  <a:srgbClr val="9BB5A6"/>
                </a:solidFill>
              </a:defRPr>
            </a:lvl9pPr>
          </a:lstStyle>
          <a:p xmlns:a="http://schemas.openxmlformats.org/drawingml/2006/main">
            <a:pPr algn="l">
              <a:defRPr sz="11250" b="1">
                <a:solidFill>
                  <a:srgbClr val="9BB5A6"/>
                </a:solidFill>
              </a:defRPr>
            </a:pPr>
            <a:r>
              <a:rPr sz="11250" b="1">
                <a:solidFill>
                  <a:srgbClr val="9BB5A6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A33ED-F4D2-4846-9F5F-B1F1670C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019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175" b="1">
                <a:solidFill>
                  <a:srgbClr val="FFFDF9"/>
                </a:solidFill>
              </a:defRPr>
            </a:defPPr>
            <a:lvl1pPr algn="l">
              <a:defRPr sz="5175" b="1">
                <a:solidFill>
                  <a:srgbClr val="FFFDF9"/>
                </a:solidFill>
              </a:defRPr>
            </a:lvl1pPr>
            <a:lvl2pPr algn="l">
              <a:defRPr sz="5175" b="1">
                <a:solidFill>
                  <a:srgbClr val="FFFDF9"/>
                </a:solidFill>
              </a:defRPr>
            </a:lvl2pPr>
            <a:lvl3pPr algn="l">
              <a:defRPr sz="5175" b="1">
                <a:solidFill>
                  <a:srgbClr val="FFFDF9"/>
                </a:solidFill>
              </a:defRPr>
            </a:lvl3pPr>
            <a:lvl4pPr algn="l">
              <a:defRPr sz="5175" b="1">
                <a:solidFill>
                  <a:srgbClr val="FFFDF9"/>
                </a:solidFill>
              </a:defRPr>
            </a:lvl4pPr>
            <a:lvl5pPr algn="l">
              <a:defRPr sz="5175" b="1">
                <a:solidFill>
                  <a:srgbClr val="FFFDF9"/>
                </a:solidFill>
              </a:defRPr>
            </a:lvl5pPr>
            <a:lvl6pPr algn="l">
              <a:defRPr sz="5175" b="1">
                <a:solidFill>
                  <a:srgbClr val="FFFDF9"/>
                </a:solidFill>
              </a:defRPr>
            </a:lvl6pPr>
            <a:lvl7pPr algn="l">
              <a:defRPr sz="5175" b="1">
                <a:solidFill>
                  <a:srgbClr val="FFFDF9"/>
                </a:solidFill>
              </a:defRPr>
            </a:lvl7pPr>
            <a:lvl8pPr algn="l">
              <a:defRPr sz="5175" b="1">
                <a:solidFill>
                  <a:srgbClr val="FFFDF9"/>
                </a:solidFill>
              </a:defRPr>
            </a:lvl8pPr>
            <a:lvl9pPr algn="l">
              <a:defRPr sz="5175" b="1">
                <a:solidFill>
                  <a:srgbClr val="FFFDF9"/>
                </a:solidFill>
              </a:defRPr>
            </a:lvl9pPr>
          </a:lstStyle>
          <a:p xmlns:a="http://schemas.openxmlformats.org/drawingml/2006/main">
            <a:pPr algn="l">
              <a:defRPr sz="5175" b="1">
                <a:solidFill>
                  <a:srgbClr val="FFFDF9"/>
                </a:solidFill>
              </a:defRPr>
            </a:pPr>
            <a:r>
              <a:rPr sz="5175" b="1">
                <a:solidFill>
                  <a:srgbClr val="FFFDF9"/>
                </a:solidFill>
              </a:rPr>
              <a:t>주요 기능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EF871-DE4C-4E9A-BAEF-AF0CF314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80746-4B0B-4CCF-BC74-55462FBA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D8E3DB"/>
                </a:solidFill>
              </a:defRPr>
            </a:defPPr>
            <a:lvl1pPr algn="l">
              <a:defRPr sz="1875" b="0">
                <a:solidFill>
                  <a:srgbClr val="D8E3DB"/>
                </a:solidFill>
              </a:defRPr>
            </a:lvl1pPr>
            <a:lvl2pPr algn="l">
              <a:defRPr sz="1875" b="0">
                <a:solidFill>
                  <a:srgbClr val="D8E3DB"/>
                </a:solidFill>
              </a:defRPr>
            </a:lvl2pPr>
            <a:lvl3pPr algn="l">
              <a:defRPr sz="1875" b="0">
                <a:solidFill>
                  <a:srgbClr val="D8E3DB"/>
                </a:solidFill>
              </a:defRPr>
            </a:lvl3pPr>
            <a:lvl4pPr algn="l">
              <a:defRPr sz="1875" b="0">
                <a:solidFill>
                  <a:srgbClr val="D8E3DB"/>
                </a:solidFill>
              </a:defRPr>
            </a:lvl4pPr>
            <a:lvl5pPr algn="l">
              <a:defRPr sz="1875" b="0">
                <a:solidFill>
                  <a:srgbClr val="D8E3DB"/>
                </a:solidFill>
              </a:defRPr>
            </a:lvl5pPr>
            <a:lvl6pPr algn="l">
              <a:defRPr sz="1875" b="0">
                <a:solidFill>
                  <a:srgbClr val="D8E3DB"/>
                </a:solidFill>
              </a:defRPr>
            </a:lvl6pPr>
            <a:lvl7pPr algn="l">
              <a:defRPr sz="1875" b="0">
                <a:solidFill>
                  <a:srgbClr val="D8E3DB"/>
                </a:solidFill>
              </a:defRPr>
            </a:lvl7pPr>
            <a:lvl8pPr algn="l">
              <a:defRPr sz="1875" b="0">
                <a:solidFill>
                  <a:srgbClr val="D8E3DB"/>
                </a:solidFill>
              </a:defRPr>
            </a:lvl8pPr>
            <a:lvl9pPr algn="l">
              <a:defRPr sz="1875" b="0">
                <a:solidFill>
                  <a:srgbClr val="D8E3DB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8E3DB"/>
                </a:solidFill>
              </a:defRPr>
            </a:pPr>
            <a:r>
              <a:rPr sz="1875" b="0">
                <a:solidFill>
                  <a:srgbClr val="D8E3DB"/>
                </a:solidFill>
              </a:rPr>
              <a:t>약 등록부터 알림과 복용 기록까지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86AB6-F43B-4D93-B122-D02B5ECE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D8E3DB"/>
                </a:solidFill>
              </a:defRPr>
            </a:defPPr>
            <a:lvl1pPr algn="l">
              <a:defRPr sz="1200" b="0">
                <a:solidFill>
                  <a:srgbClr val="D8E3DB"/>
                </a:solidFill>
              </a:defRPr>
            </a:lvl1pPr>
            <a:lvl2pPr algn="l">
              <a:defRPr sz="1200" b="0">
                <a:solidFill>
                  <a:srgbClr val="D8E3DB"/>
                </a:solidFill>
              </a:defRPr>
            </a:lvl2pPr>
            <a:lvl3pPr algn="l">
              <a:defRPr sz="1200" b="0">
                <a:solidFill>
                  <a:srgbClr val="D8E3DB"/>
                </a:solidFill>
              </a:defRPr>
            </a:lvl3pPr>
            <a:lvl4pPr algn="l">
              <a:defRPr sz="1200" b="0">
                <a:solidFill>
                  <a:srgbClr val="D8E3DB"/>
                </a:solidFill>
              </a:defRPr>
            </a:lvl4pPr>
            <a:lvl5pPr algn="l">
              <a:defRPr sz="1200" b="0">
                <a:solidFill>
                  <a:srgbClr val="D8E3DB"/>
                </a:solidFill>
              </a:defRPr>
            </a:lvl5pPr>
            <a:lvl6pPr algn="l">
              <a:defRPr sz="1200" b="0">
                <a:solidFill>
                  <a:srgbClr val="D8E3DB"/>
                </a:solidFill>
              </a:defRPr>
            </a:lvl6pPr>
            <a:lvl7pPr algn="l">
              <a:defRPr sz="1200" b="0">
                <a:solidFill>
                  <a:srgbClr val="D8E3DB"/>
                </a:solidFill>
              </a:defRPr>
            </a:lvl7pPr>
            <a:lvl8pPr algn="l">
              <a:defRPr sz="1200" b="0">
                <a:solidFill>
                  <a:srgbClr val="D8E3DB"/>
                </a:solidFill>
              </a:defRPr>
            </a:lvl8pPr>
            <a:lvl9pPr algn="l">
              <a:defRPr sz="1200" b="0">
                <a:solidFill>
                  <a:srgbClr val="D8E3DB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D8E3DB"/>
                </a:solidFill>
              </a:defRPr>
            </a:pPr>
            <a:r>
              <a:rPr sz="1200" b="0">
                <a:solidFill>
                  <a:srgbClr val="D8E3DB"/>
                </a:solidFill>
              </a:rPr>
              <a:t>MediSync AI</a:t>
            </a:r>
          </a:p>
        </p:txBody>
      </p:sp>
    </p:spTree>
    <p:extLst>
      <p:ext uri="{BB962C8B-B14F-4D97-AF65-F5344CB8AC3E}">
        <p14:creationId xmlns:p14="http://schemas.microsoft.com/office/powerpoint/2010/main" val="12833064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FAA4E-8BDC-44CC-98D0-EE511DDA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75" b="1">
                <a:solidFill>
                  <a:srgbClr val="183B37"/>
                </a:solidFill>
              </a:defRPr>
            </a:defPPr>
            <a:lvl1pPr algn="l">
              <a:defRPr sz="3675" b="1">
                <a:solidFill>
                  <a:srgbClr val="183B37"/>
                </a:solidFill>
              </a:defRPr>
            </a:lvl1pPr>
            <a:lvl2pPr algn="l">
              <a:defRPr sz="3675" b="1">
                <a:solidFill>
                  <a:srgbClr val="183B37"/>
                </a:solidFill>
              </a:defRPr>
            </a:lvl2pPr>
            <a:lvl3pPr algn="l">
              <a:defRPr sz="3675" b="1">
                <a:solidFill>
                  <a:srgbClr val="183B37"/>
                </a:solidFill>
              </a:defRPr>
            </a:lvl3pPr>
            <a:lvl4pPr algn="l">
              <a:defRPr sz="3675" b="1">
                <a:solidFill>
                  <a:srgbClr val="183B37"/>
                </a:solidFill>
              </a:defRPr>
            </a:lvl4pPr>
            <a:lvl5pPr algn="l">
              <a:defRPr sz="3675" b="1">
                <a:solidFill>
                  <a:srgbClr val="183B37"/>
                </a:solidFill>
              </a:defRPr>
            </a:lvl5pPr>
            <a:lvl6pPr algn="l">
              <a:defRPr sz="3675" b="1">
                <a:solidFill>
                  <a:srgbClr val="183B37"/>
                </a:solidFill>
              </a:defRPr>
            </a:lvl6pPr>
            <a:lvl7pPr algn="l">
              <a:defRPr sz="3675" b="1">
                <a:solidFill>
                  <a:srgbClr val="183B37"/>
                </a:solidFill>
              </a:defRPr>
            </a:lvl7pPr>
            <a:lvl8pPr algn="l">
              <a:defRPr sz="3675" b="1">
                <a:solidFill>
                  <a:srgbClr val="183B37"/>
                </a:solidFill>
              </a:defRPr>
            </a:lvl8pPr>
            <a:lvl9pPr algn="l">
              <a:defRPr sz="3675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B37"/>
                </a:solidFill>
              </a:defRPr>
            </a:pPr>
            <a:r>
              <a:rPr sz="3675" b="1">
                <a:solidFill>
                  <a:srgbClr val="183B37"/>
                </a:solidFill>
              </a:rPr>
              <a:t>주요 기능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33B74-71D6-4CA7-818A-4587C080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525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2636C-68A9-4A84-9429-2A1F327F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809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DC735D"/>
                </a:solidFill>
              </a:defRPr>
            </a:defPPr>
            <a:lvl1pPr algn="l">
              <a:defRPr sz="2625" b="1">
                <a:solidFill>
                  <a:srgbClr val="DC735D"/>
                </a:solidFill>
              </a:defRPr>
            </a:lvl1pPr>
            <a:lvl2pPr algn="l">
              <a:defRPr sz="2625" b="1">
                <a:solidFill>
                  <a:srgbClr val="DC735D"/>
                </a:solidFill>
              </a:defRPr>
            </a:lvl2pPr>
            <a:lvl3pPr algn="l">
              <a:defRPr sz="2625" b="1">
                <a:solidFill>
                  <a:srgbClr val="DC735D"/>
                </a:solidFill>
              </a:defRPr>
            </a:lvl3pPr>
            <a:lvl4pPr algn="l">
              <a:defRPr sz="2625" b="1">
                <a:solidFill>
                  <a:srgbClr val="DC735D"/>
                </a:solidFill>
              </a:defRPr>
            </a:lvl4pPr>
            <a:lvl5pPr algn="l">
              <a:defRPr sz="2625" b="1">
                <a:solidFill>
                  <a:srgbClr val="DC735D"/>
                </a:solidFill>
              </a:defRPr>
            </a:lvl5pPr>
            <a:lvl6pPr algn="l">
              <a:defRPr sz="2625" b="1">
                <a:solidFill>
                  <a:srgbClr val="DC735D"/>
                </a:solidFill>
              </a:defRPr>
            </a:lvl6pPr>
            <a:lvl7pPr algn="l">
              <a:defRPr sz="2625" b="1">
                <a:solidFill>
                  <a:srgbClr val="DC735D"/>
                </a:solidFill>
              </a:defRPr>
            </a:lvl7pPr>
            <a:lvl8pPr algn="l">
              <a:defRPr sz="2625" b="1">
                <a:solidFill>
                  <a:srgbClr val="DC735D"/>
                </a:solidFill>
              </a:defRPr>
            </a:lvl8pPr>
            <a:lvl9pPr algn="l">
              <a:defRPr sz="2625" b="1">
                <a:solidFill>
                  <a:srgbClr val="DC735D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DC735D"/>
                </a:solidFill>
              </a:defRPr>
            </a:pPr>
            <a:r>
              <a:rPr sz="2625" b="1">
                <a:solidFill>
                  <a:srgbClr val="DC735D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3A4E9-8300-4A11-825D-48B6899C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71625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3B37"/>
                </a:solidFill>
              </a:defRPr>
            </a:defPPr>
            <a:lvl1pPr algn="l">
              <a:defRPr sz="2250" b="1">
                <a:solidFill>
                  <a:srgbClr val="183B37"/>
                </a:solidFill>
              </a:defRPr>
            </a:lvl1pPr>
            <a:lvl2pPr algn="l">
              <a:defRPr sz="2250" b="1">
                <a:solidFill>
                  <a:srgbClr val="183B37"/>
                </a:solidFill>
              </a:defRPr>
            </a:lvl2pPr>
            <a:lvl3pPr algn="l">
              <a:defRPr sz="2250" b="1">
                <a:solidFill>
                  <a:srgbClr val="183B37"/>
                </a:solidFill>
              </a:defRPr>
            </a:lvl3pPr>
            <a:lvl4pPr algn="l">
              <a:defRPr sz="2250" b="1">
                <a:solidFill>
                  <a:srgbClr val="183B37"/>
                </a:solidFill>
              </a:defRPr>
            </a:lvl4pPr>
            <a:lvl5pPr algn="l">
              <a:defRPr sz="2250" b="1">
                <a:solidFill>
                  <a:srgbClr val="183B37"/>
                </a:solidFill>
              </a:defRPr>
            </a:lvl5pPr>
            <a:lvl6pPr algn="l">
              <a:defRPr sz="2250" b="1">
                <a:solidFill>
                  <a:srgbClr val="183B37"/>
                </a:solidFill>
              </a:defRPr>
            </a:lvl6pPr>
            <a:lvl7pPr algn="l">
              <a:defRPr sz="2250" b="1">
                <a:solidFill>
                  <a:srgbClr val="183B37"/>
                </a:solidFill>
              </a:defRPr>
            </a:lvl7pPr>
            <a:lvl8pPr algn="l">
              <a:defRPr sz="2250" b="1">
                <a:solidFill>
                  <a:srgbClr val="183B37"/>
                </a:solidFill>
              </a:defRPr>
            </a:lvl8pPr>
            <a:lvl9pPr algn="l">
              <a:defRPr sz="2250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B37"/>
                </a:solidFill>
              </a:defRPr>
            </a:pPr>
            <a:r>
              <a:rPr sz="2250" b="1">
                <a:solidFill>
                  <a:srgbClr val="183B37"/>
                </a:solidFill>
              </a:rPr>
              <a:t>약 등록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85004-5954-409D-A495-023B00F3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71625"/>
            <a:ext cx="638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61726C"/>
                </a:solidFill>
              </a:defRPr>
            </a:defPPr>
            <a:lvl1pPr algn="l">
              <a:defRPr sz="1725" b="0">
                <a:solidFill>
                  <a:srgbClr val="61726C"/>
                </a:solidFill>
              </a:defRPr>
            </a:lvl1pPr>
            <a:lvl2pPr algn="l">
              <a:defRPr sz="1725" b="0">
                <a:solidFill>
                  <a:srgbClr val="61726C"/>
                </a:solidFill>
              </a:defRPr>
            </a:lvl2pPr>
            <a:lvl3pPr algn="l">
              <a:defRPr sz="1725" b="0">
                <a:solidFill>
                  <a:srgbClr val="61726C"/>
                </a:solidFill>
              </a:defRPr>
            </a:lvl3pPr>
            <a:lvl4pPr algn="l">
              <a:defRPr sz="1725" b="0">
                <a:solidFill>
                  <a:srgbClr val="61726C"/>
                </a:solidFill>
              </a:defRPr>
            </a:lvl4pPr>
            <a:lvl5pPr algn="l">
              <a:defRPr sz="1725" b="0">
                <a:solidFill>
                  <a:srgbClr val="61726C"/>
                </a:solidFill>
              </a:defRPr>
            </a:lvl5pPr>
            <a:lvl6pPr algn="l">
              <a:defRPr sz="1725" b="0">
                <a:solidFill>
                  <a:srgbClr val="61726C"/>
                </a:solidFill>
              </a:defRPr>
            </a:lvl6pPr>
            <a:lvl7pPr algn="l">
              <a:defRPr sz="1725" b="0">
                <a:solidFill>
                  <a:srgbClr val="61726C"/>
                </a:solidFill>
              </a:defRPr>
            </a:lvl7pPr>
            <a:lvl8pPr algn="l">
              <a:defRPr sz="1725" b="0">
                <a:solidFill>
                  <a:srgbClr val="61726C"/>
                </a:solidFill>
              </a:defRPr>
            </a:lvl8pPr>
            <a:lvl9pPr algn="l">
              <a:defRPr sz="1725" b="0">
                <a:solidFill>
                  <a:srgbClr val="61726C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26C"/>
                </a:solidFill>
              </a:defRPr>
            </a:pPr>
            <a:r>
              <a:rPr sz="1725" b="0">
                <a:solidFill>
                  <a:srgbClr val="61726C"/>
                </a:solidFill>
              </a:rPr>
              <a:t>약 봉투 OCR로 제품 후보를 찾고 사용자가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D2B2A-ABB7-4276-8A47-BA90C7BD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57450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ADE5F-A64D-4DEB-8B67-458DC628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28900"/>
            <a:ext cx="809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DC735D"/>
                </a:solidFill>
              </a:defRPr>
            </a:defPPr>
            <a:lvl1pPr algn="l">
              <a:defRPr sz="2625" b="1">
                <a:solidFill>
                  <a:srgbClr val="DC735D"/>
                </a:solidFill>
              </a:defRPr>
            </a:lvl1pPr>
            <a:lvl2pPr algn="l">
              <a:defRPr sz="2625" b="1">
                <a:solidFill>
                  <a:srgbClr val="DC735D"/>
                </a:solidFill>
              </a:defRPr>
            </a:lvl2pPr>
            <a:lvl3pPr algn="l">
              <a:defRPr sz="2625" b="1">
                <a:solidFill>
                  <a:srgbClr val="DC735D"/>
                </a:solidFill>
              </a:defRPr>
            </a:lvl3pPr>
            <a:lvl4pPr algn="l">
              <a:defRPr sz="2625" b="1">
                <a:solidFill>
                  <a:srgbClr val="DC735D"/>
                </a:solidFill>
              </a:defRPr>
            </a:lvl4pPr>
            <a:lvl5pPr algn="l">
              <a:defRPr sz="2625" b="1">
                <a:solidFill>
                  <a:srgbClr val="DC735D"/>
                </a:solidFill>
              </a:defRPr>
            </a:lvl5pPr>
            <a:lvl6pPr algn="l">
              <a:defRPr sz="2625" b="1">
                <a:solidFill>
                  <a:srgbClr val="DC735D"/>
                </a:solidFill>
              </a:defRPr>
            </a:lvl6pPr>
            <a:lvl7pPr algn="l">
              <a:defRPr sz="2625" b="1">
                <a:solidFill>
                  <a:srgbClr val="DC735D"/>
                </a:solidFill>
              </a:defRPr>
            </a:lvl7pPr>
            <a:lvl8pPr algn="l">
              <a:defRPr sz="2625" b="1">
                <a:solidFill>
                  <a:srgbClr val="DC735D"/>
                </a:solidFill>
              </a:defRPr>
            </a:lvl8pPr>
            <a:lvl9pPr algn="l">
              <a:defRPr sz="2625" b="1">
                <a:solidFill>
                  <a:srgbClr val="DC735D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DC735D"/>
                </a:solidFill>
              </a:defRPr>
            </a:pPr>
            <a:r>
              <a:rPr sz="2625" b="1">
                <a:solidFill>
                  <a:srgbClr val="DC735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AA203-F6DB-47E4-BFE4-0CDA0447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3B37"/>
                </a:solidFill>
              </a:defRPr>
            </a:defPPr>
            <a:lvl1pPr algn="l">
              <a:defRPr sz="2250" b="1">
                <a:solidFill>
                  <a:srgbClr val="183B37"/>
                </a:solidFill>
              </a:defRPr>
            </a:lvl1pPr>
            <a:lvl2pPr algn="l">
              <a:defRPr sz="2250" b="1">
                <a:solidFill>
                  <a:srgbClr val="183B37"/>
                </a:solidFill>
              </a:defRPr>
            </a:lvl2pPr>
            <a:lvl3pPr algn="l">
              <a:defRPr sz="2250" b="1">
                <a:solidFill>
                  <a:srgbClr val="183B37"/>
                </a:solidFill>
              </a:defRPr>
            </a:lvl3pPr>
            <a:lvl4pPr algn="l">
              <a:defRPr sz="2250" b="1">
                <a:solidFill>
                  <a:srgbClr val="183B37"/>
                </a:solidFill>
              </a:defRPr>
            </a:lvl4pPr>
            <a:lvl5pPr algn="l">
              <a:defRPr sz="2250" b="1">
                <a:solidFill>
                  <a:srgbClr val="183B37"/>
                </a:solidFill>
              </a:defRPr>
            </a:lvl5pPr>
            <a:lvl6pPr algn="l">
              <a:defRPr sz="2250" b="1">
                <a:solidFill>
                  <a:srgbClr val="183B37"/>
                </a:solidFill>
              </a:defRPr>
            </a:lvl6pPr>
            <a:lvl7pPr algn="l">
              <a:defRPr sz="2250" b="1">
                <a:solidFill>
                  <a:srgbClr val="183B37"/>
                </a:solidFill>
              </a:defRPr>
            </a:lvl7pPr>
            <a:lvl8pPr algn="l">
              <a:defRPr sz="2250" b="1">
                <a:solidFill>
                  <a:srgbClr val="183B37"/>
                </a:solidFill>
              </a:defRPr>
            </a:lvl8pPr>
            <a:lvl9pPr algn="l">
              <a:defRPr sz="2250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B37"/>
                </a:solidFill>
              </a:defRPr>
            </a:pPr>
            <a:r>
              <a:rPr sz="2250" b="1">
                <a:solidFill>
                  <a:srgbClr val="183B37"/>
                </a:solidFill>
              </a:rPr>
              <a:t>복용 주의정보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C8AFB-05CD-4933-BD82-B6574E89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638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61726C"/>
                </a:solidFill>
              </a:defRPr>
            </a:defPPr>
            <a:lvl1pPr algn="l">
              <a:defRPr sz="1725" b="0">
                <a:solidFill>
                  <a:srgbClr val="61726C"/>
                </a:solidFill>
              </a:defRPr>
            </a:lvl1pPr>
            <a:lvl2pPr algn="l">
              <a:defRPr sz="1725" b="0">
                <a:solidFill>
                  <a:srgbClr val="61726C"/>
                </a:solidFill>
              </a:defRPr>
            </a:lvl2pPr>
            <a:lvl3pPr algn="l">
              <a:defRPr sz="1725" b="0">
                <a:solidFill>
                  <a:srgbClr val="61726C"/>
                </a:solidFill>
              </a:defRPr>
            </a:lvl3pPr>
            <a:lvl4pPr algn="l">
              <a:defRPr sz="1725" b="0">
                <a:solidFill>
                  <a:srgbClr val="61726C"/>
                </a:solidFill>
              </a:defRPr>
            </a:lvl4pPr>
            <a:lvl5pPr algn="l">
              <a:defRPr sz="1725" b="0">
                <a:solidFill>
                  <a:srgbClr val="61726C"/>
                </a:solidFill>
              </a:defRPr>
            </a:lvl5pPr>
            <a:lvl6pPr algn="l">
              <a:defRPr sz="1725" b="0">
                <a:solidFill>
                  <a:srgbClr val="61726C"/>
                </a:solidFill>
              </a:defRPr>
            </a:lvl6pPr>
            <a:lvl7pPr algn="l">
              <a:defRPr sz="1725" b="0">
                <a:solidFill>
                  <a:srgbClr val="61726C"/>
                </a:solidFill>
              </a:defRPr>
            </a:lvl7pPr>
            <a:lvl8pPr algn="l">
              <a:defRPr sz="1725" b="0">
                <a:solidFill>
                  <a:srgbClr val="61726C"/>
                </a:solidFill>
              </a:defRPr>
            </a:lvl8pPr>
            <a:lvl9pPr algn="l">
              <a:defRPr sz="1725" b="0">
                <a:solidFill>
                  <a:srgbClr val="61726C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26C"/>
                </a:solidFill>
              </a:defRPr>
            </a:pPr>
            <a:r>
              <a:rPr sz="1725" b="0">
                <a:solidFill>
                  <a:srgbClr val="61726C"/>
                </a:solidFill>
              </a:rPr>
              <a:t>선정된 약·영양제·음식 조합과 부작용 안내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5B06F-629A-4F3F-A5F0-30069392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1472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135AD-4988-4E77-96E8-26B60A07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86175"/>
            <a:ext cx="809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DC735D"/>
                </a:solidFill>
              </a:defRPr>
            </a:defPPr>
            <a:lvl1pPr algn="l">
              <a:defRPr sz="2625" b="1">
                <a:solidFill>
                  <a:srgbClr val="DC735D"/>
                </a:solidFill>
              </a:defRPr>
            </a:lvl1pPr>
            <a:lvl2pPr algn="l">
              <a:defRPr sz="2625" b="1">
                <a:solidFill>
                  <a:srgbClr val="DC735D"/>
                </a:solidFill>
              </a:defRPr>
            </a:lvl2pPr>
            <a:lvl3pPr algn="l">
              <a:defRPr sz="2625" b="1">
                <a:solidFill>
                  <a:srgbClr val="DC735D"/>
                </a:solidFill>
              </a:defRPr>
            </a:lvl3pPr>
            <a:lvl4pPr algn="l">
              <a:defRPr sz="2625" b="1">
                <a:solidFill>
                  <a:srgbClr val="DC735D"/>
                </a:solidFill>
              </a:defRPr>
            </a:lvl4pPr>
            <a:lvl5pPr algn="l">
              <a:defRPr sz="2625" b="1">
                <a:solidFill>
                  <a:srgbClr val="DC735D"/>
                </a:solidFill>
              </a:defRPr>
            </a:lvl5pPr>
            <a:lvl6pPr algn="l">
              <a:defRPr sz="2625" b="1">
                <a:solidFill>
                  <a:srgbClr val="DC735D"/>
                </a:solidFill>
              </a:defRPr>
            </a:lvl6pPr>
            <a:lvl7pPr algn="l">
              <a:defRPr sz="2625" b="1">
                <a:solidFill>
                  <a:srgbClr val="DC735D"/>
                </a:solidFill>
              </a:defRPr>
            </a:lvl7pPr>
            <a:lvl8pPr algn="l">
              <a:defRPr sz="2625" b="1">
                <a:solidFill>
                  <a:srgbClr val="DC735D"/>
                </a:solidFill>
              </a:defRPr>
            </a:lvl8pPr>
            <a:lvl9pPr algn="l">
              <a:defRPr sz="2625" b="1">
                <a:solidFill>
                  <a:srgbClr val="DC735D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DC735D"/>
                </a:solidFill>
              </a:defRPr>
            </a:pPr>
            <a:r>
              <a:rPr sz="2625" b="1">
                <a:solidFill>
                  <a:srgbClr val="DC735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491F1-0291-4D0A-A6F1-1687C5AA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86175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3B37"/>
                </a:solidFill>
              </a:defRPr>
            </a:defPPr>
            <a:lvl1pPr algn="l">
              <a:defRPr sz="2250" b="1">
                <a:solidFill>
                  <a:srgbClr val="183B37"/>
                </a:solidFill>
              </a:defRPr>
            </a:lvl1pPr>
            <a:lvl2pPr algn="l">
              <a:defRPr sz="2250" b="1">
                <a:solidFill>
                  <a:srgbClr val="183B37"/>
                </a:solidFill>
              </a:defRPr>
            </a:lvl2pPr>
            <a:lvl3pPr algn="l">
              <a:defRPr sz="2250" b="1">
                <a:solidFill>
                  <a:srgbClr val="183B37"/>
                </a:solidFill>
              </a:defRPr>
            </a:lvl3pPr>
            <a:lvl4pPr algn="l">
              <a:defRPr sz="2250" b="1">
                <a:solidFill>
                  <a:srgbClr val="183B37"/>
                </a:solidFill>
              </a:defRPr>
            </a:lvl4pPr>
            <a:lvl5pPr algn="l">
              <a:defRPr sz="2250" b="1">
                <a:solidFill>
                  <a:srgbClr val="183B37"/>
                </a:solidFill>
              </a:defRPr>
            </a:lvl5pPr>
            <a:lvl6pPr algn="l">
              <a:defRPr sz="2250" b="1">
                <a:solidFill>
                  <a:srgbClr val="183B37"/>
                </a:solidFill>
              </a:defRPr>
            </a:lvl6pPr>
            <a:lvl7pPr algn="l">
              <a:defRPr sz="2250" b="1">
                <a:solidFill>
                  <a:srgbClr val="183B37"/>
                </a:solidFill>
              </a:defRPr>
            </a:lvl7pPr>
            <a:lvl8pPr algn="l">
              <a:defRPr sz="2250" b="1">
                <a:solidFill>
                  <a:srgbClr val="183B37"/>
                </a:solidFill>
              </a:defRPr>
            </a:lvl8pPr>
            <a:lvl9pPr algn="l">
              <a:defRPr sz="2250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B37"/>
                </a:solidFill>
              </a:defRPr>
            </a:pPr>
            <a:r>
              <a:rPr sz="2250" b="1">
                <a:solidFill>
                  <a:srgbClr val="183B37"/>
                </a:solidFill>
              </a:rPr>
              <a:t>복약 알림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DD1EC-04A2-40BB-9622-F5756BB0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86175"/>
            <a:ext cx="638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61726C"/>
                </a:solidFill>
              </a:defRPr>
            </a:defPPr>
            <a:lvl1pPr algn="l">
              <a:defRPr sz="1725" b="0">
                <a:solidFill>
                  <a:srgbClr val="61726C"/>
                </a:solidFill>
              </a:defRPr>
            </a:lvl1pPr>
            <a:lvl2pPr algn="l">
              <a:defRPr sz="1725" b="0">
                <a:solidFill>
                  <a:srgbClr val="61726C"/>
                </a:solidFill>
              </a:defRPr>
            </a:lvl2pPr>
            <a:lvl3pPr algn="l">
              <a:defRPr sz="1725" b="0">
                <a:solidFill>
                  <a:srgbClr val="61726C"/>
                </a:solidFill>
              </a:defRPr>
            </a:lvl3pPr>
            <a:lvl4pPr algn="l">
              <a:defRPr sz="1725" b="0">
                <a:solidFill>
                  <a:srgbClr val="61726C"/>
                </a:solidFill>
              </a:defRPr>
            </a:lvl4pPr>
            <a:lvl5pPr algn="l">
              <a:defRPr sz="1725" b="0">
                <a:solidFill>
                  <a:srgbClr val="61726C"/>
                </a:solidFill>
              </a:defRPr>
            </a:lvl5pPr>
            <a:lvl6pPr algn="l">
              <a:defRPr sz="1725" b="0">
                <a:solidFill>
                  <a:srgbClr val="61726C"/>
                </a:solidFill>
              </a:defRPr>
            </a:lvl6pPr>
            <a:lvl7pPr algn="l">
              <a:defRPr sz="1725" b="0">
                <a:solidFill>
                  <a:srgbClr val="61726C"/>
                </a:solidFill>
              </a:defRPr>
            </a:lvl7pPr>
            <a:lvl8pPr algn="l">
              <a:defRPr sz="1725" b="0">
                <a:solidFill>
                  <a:srgbClr val="61726C"/>
                </a:solidFill>
              </a:defRPr>
            </a:lvl8pPr>
            <a:lvl9pPr algn="l">
              <a:defRPr sz="1725" b="0">
                <a:solidFill>
                  <a:srgbClr val="61726C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26C"/>
                </a:solidFill>
              </a:defRPr>
            </a:pPr>
            <a:r>
              <a:rPr sz="1725" b="0">
                <a:solidFill>
                  <a:srgbClr val="61726C"/>
                </a:solidFill>
              </a:rPr>
              <a:t>복용 예정 시각 알림과 누락 시 약별 3줄 안내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4D2F5-13CC-4691-B3C5-D067911B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24E6C-926C-46E3-B6AB-188C7978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43450"/>
            <a:ext cx="809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DC735D"/>
                </a:solidFill>
              </a:defRPr>
            </a:defPPr>
            <a:lvl1pPr algn="l">
              <a:defRPr sz="2625" b="1">
                <a:solidFill>
                  <a:srgbClr val="DC735D"/>
                </a:solidFill>
              </a:defRPr>
            </a:lvl1pPr>
            <a:lvl2pPr algn="l">
              <a:defRPr sz="2625" b="1">
                <a:solidFill>
                  <a:srgbClr val="DC735D"/>
                </a:solidFill>
              </a:defRPr>
            </a:lvl2pPr>
            <a:lvl3pPr algn="l">
              <a:defRPr sz="2625" b="1">
                <a:solidFill>
                  <a:srgbClr val="DC735D"/>
                </a:solidFill>
              </a:defRPr>
            </a:lvl3pPr>
            <a:lvl4pPr algn="l">
              <a:defRPr sz="2625" b="1">
                <a:solidFill>
                  <a:srgbClr val="DC735D"/>
                </a:solidFill>
              </a:defRPr>
            </a:lvl4pPr>
            <a:lvl5pPr algn="l">
              <a:defRPr sz="2625" b="1">
                <a:solidFill>
                  <a:srgbClr val="DC735D"/>
                </a:solidFill>
              </a:defRPr>
            </a:lvl5pPr>
            <a:lvl6pPr algn="l">
              <a:defRPr sz="2625" b="1">
                <a:solidFill>
                  <a:srgbClr val="DC735D"/>
                </a:solidFill>
              </a:defRPr>
            </a:lvl6pPr>
            <a:lvl7pPr algn="l">
              <a:defRPr sz="2625" b="1">
                <a:solidFill>
                  <a:srgbClr val="DC735D"/>
                </a:solidFill>
              </a:defRPr>
            </a:lvl7pPr>
            <a:lvl8pPr algn="l">
              <a:defRPr sz="2625" b="1">
                <a:solidFill>
                  <a:srgbClr val="DC735D"/>
                </a:solidFill>
              </a:defRPr>
            </a:lvl8pPr>
            <a:lvl9pPr algn="l">
              <a:defRPr sz="2625" b="1">
                <a:solidFill>
                  <a:srgbClr val="DC735D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DC735D"/>
                </a:solidFill>
              </a:defRPr>
            </a:pPr>
            <a:r>
              <a:rPr sz="2625" b="1">
                <a:solidFill>
                  <a:srgbClr val="DC735D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FDD22-AFFB-40AE-B6CC-4CDDD7CD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3B37"/>
                </a:solidFill>
              </a:defRPr>
            </a:defPPr>
            <a:lvl1pPr algn="l">
              <a:defRPr sz="2250" b="1">
                <a:solidFill>
                  <a:srgbClr val="183B37"/>
                </a:solidFill>
              </a:defRPr>
            </a:lvl1pPr>
            <a:lvl2pPr algn="l">
              <a:defRPr sz="2250" b="1">
                <a:solidFill>
                  <a:srgbClr val="183B37"/>
                </a:solidFill>
              </a:defRPr>
            </a:lvl2pPr>
            <a:lvl3pPr algn="l">
              <a:defRPr sz="2250" b="1">
                <a:solidFill>
                  <a:srgbClr val="183B37"/>
                </a:solidFill>
              </a:defRPr>
            </a:lvl3pPr>
            <a:lvl4pPr algn="l">
              <a:defRPr sz="2250" b="1">
                <a:solidFill>
                  <a:srgbClr val="183B37"/>
                </a:solidFill>
              </a:defRPr>
            </a:lvl4pPr>
            <a:lvl5pPr algn="l">
              <a:defRPr sz="2250" b="1">
                <a:solidFill>
                  <a:srgbClr val="183B37"/>
                </a:solidFill>
              </a:defRPr>
            </a:lvl5pPr>
            <a:lvl6pPr algn="l">
              <a:defRPr sz="2250" b="1">
                <a:solidFill>
                  <a:srgbClr val="183B37"/>
                </a:solidFill>
              </a:defRPr>
            </a:lvl6pPr>
            <a:lvl7pPr algn="l">
              <a:defRPr sz="2250" b="1">
                <a:solidFill>
                  <a:srgbClr val="183B37"/>
                </a:solidFill>
              </a:defRPr>
            </a:lvl7pPr>
            <a:lvl8pPr algn="l">
              <a:defRPr sz="2250" b="1">
                <a:solidFill>
                  <a:srgbClr val="183B37"/>
                </a:solidFill>
              </a:defRPr>
            </a:lvl8pPr>
            <a:lvl9pPr algn="l">
              <a:defRPr sz="2250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B37"/>
                </a:solidFill>
              </a:defRPr>
            </a:pPr>
            <a:r>
              <a:rPr sz="2250" b="1">
                <a:solidFill>
                  <a:srgbClr val="183B37"/>
                </a:solidFill>
              </a:rPr>
              <a:t>복용 이력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C4E9A-0F79-4C26-903D-5BA8D637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43450"/>
            <a:ext cx="638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61726C"/>
                </a:solidFill>
              </a:defRPr>
            </a:defPPr>
            <a:lvl1pPr algn="l">
              <a:defRPr sz="1725" b="0">
                <a:solidFill>
                  <a:srgbClr val="61726C"/>
                </a:solidFill>
              </a:defRPr>
            </a:lvl1pPr>
            <a:lvl2pPr algn="l">
              <a:defRPr sz="1725" b="0">
                <a:solidFill>
                  <a:srgbClr val="61726C"/>
                </a:solidFill>
              </a:defRPr>
            </a:lvl2pPr>
            <a:lvl3pPr algn="l">
              <a:defRPr sz="1725" b="0">
                <a:solidFill>
                  <a:srgbClr val="61726C"/>
                </a:solidFill>
              </a:defRPr>
            </a:lvl3pPr>
            <a:lvl4pPr algn="l">
              <a:defRPr sz="1725" b="0">
                <a:solidFill>
                  <a:srgbClr val="61726C"/>
                </a:solidFill>
              </a:defRPr>
            </a:lvl4pPr>
            <a:lvl5pPr algn="l">
              <a:defRPr sz="1725" b="0">
                <a:solidFill>
                  <a:srgbClr val="61726C"/>
                </a:solidFill>
              </a:defRPr>
            </a:lvl5pPr>
            <a:lvl6pPr algn="l">
              <a:defRPr sz="1725" b="0">
                <a:solidFill>
                  <a:srgbClr val="61726C"/>
                </a:solidFill>
              </a:defRPr>
            </a:lvl6pPr>
            <a:lvl7pPr algn="l">
              <a:defRPr sz="1725" b="0">
                <a:solidFill>
                  <a:srgbClr val="61726C"/>
                </a:solidFill>
              </a:defRPr>
            </a:lvl7pPr>
            <a:lvl8pPr algn="l">
              <a:defRPr sz="1725" b="0">
                <a:solidFill>
                  <a:srgbClr val="61726C"/>
                </a:solidFill>
              </a:defRPr>
            </a:lvl8pPr>
            <a:lvl9pPr algn="l">
              <a:defRPr sz="1725" b="0">
                <a:solidFill>
                  <a:srgbClr val="61726C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26C"/>
                </a:solidFill>
              </a:defRPr>
            </a:pPr>
            <a:r>
              <a:rPr sz="1725" b="0">
                <a:solidFill>
                  <a:srgbClr val="61726C"/>
                </a:solidFill>
              </a:rPr>
              <a:t>복용 완료·미복용 기록과 날짜별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07F1C-4B29-4CAC-BE92-544B4397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1000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1726C"/>
                </a:solidFill>
              </a:defRPr>
            </a:defPPr>
            <a:lvl1pPr algn="l">
              <a:defRPr sz="1275" b="0">
                <a:solidFill>
                  <a:srgbClr val="61726C"/>
                </a:solidFill>
              </a:defRPr>
            </a:lvl1pPr>
            <a:lvl2pPr algn="l">
              <a:defRPr sz="1275" b="0">
                <a:solidFill>
                  <a:srgbClr val="61726C"/>
                </a:solidFill>
              </a:defRPr>
            </a:lvl2pPr>
            <a:lvl3pPr algn="l">
              <a:defRPr sz="1275" b="0">
                <a:solidFill>
                  <a:srgbClr val="61726C"/>
                </a:solidFill>
              </a:defRPr>
            </a:lvl3pPr>
            <a:lvl4pPr algn="l">
              <a:defRPr sz="1275" b="0">
                <a:solidFill>
                  <a:srgbClr val="61726C"/>
                </a:solidFill>
              </a:defRPr>
            </a:lvl4pPr>
            <a:lvl5pPr algn="l">
              <a:defRPr sz="1275" b="0">
                <a:solidFill>
                  <a:srgbClr val="61726C"/>
                </a:solidFill>
              </a:defRPr>
            </a:lvl5pPr>
            <a:lvl6pPr algn="l">
              <a:defRPr sz="1275" b="0">
                <a:solidFill>
                  <a:srgbClr val="61726C"/>
                </a:solidFill>
              </a:defRPr>
            </a:lvl6pPr>
            <a:lvl7pPr algn="l">
              <a:defRPr sz="1275" b="0">
                <a:solidFill>
                  <a:srgbClr val="61726C"/>
                </a:solidFill>
              </a:defRPr>
            </a:lvl7pPr>
            <a:lvl8pPr algn="l">
              <a:defRPr sz="1275" b="0">
                <a:solidFill>
                  <a:srgbClr val="61726C"/>
                </a:solidFill>
              </a:defRPr>
            </a:lvl8pPr>
            <a:lvl9pPr algn="l">
              <a:defRPr sz="1275" b="0">
                <a:solidFill>
                  <a:srgbClr val="61726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1726C"/>
                </a:solidFill>
              </a:defRPr>
            </a:pPr>
            <a:r>
              <a:rPr sz="1275" b="0">
                <a:solidFill>
                  <a:srgbClr val="61726C"/>
                </a:solidFill>
              </a:rPr>
              <a:t>* 확인된 자료와 지원 제품 범위 안에서만 주의정보를 제공</a:t>
            </a:r>
          </a:p>
        </p:txBody>
      </p:sp>
    </p:spTree>
    <p:extLst>
      <p:ext uri="{BB962C8B-B14F-4D97-AF65-F5344CB8AC3E}">
        <p14:creationId xmlns:p14="http://schemas.microsoft.com/office/powerpoint/2010/main" val="585659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F56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03D89-1988-40D2-A51A-DA244204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342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0" b="1">
                <a:solidFill>
                  <a:srgbClr val="9BB5A6"/>
                </a:solidFill>
              </a:defRPr>
            </a:defPPr>
            <a:lvl1pPr algn="l">
              <a:defRPr sz="11250" b="1">
                <a:solidFill>
                  <a:srgbClr val="9BB5A6"/>
                </a:solidFill>
              </a:defRPr>
            </a:lvl1pPr>
            <a:lvl2pPr algn="l">
              <a:defRPr sz="11250" b="1">
                <a:solidFill>
                  <a:srgbClr val="9BB5A6"/>
                </a:solidFill>
              </a:defRPr>
            </a:lvl2pPr>
            <a:lvl3pPr algn="l">
              <a:defRPr sz="11250" b="1">
                <a:solidFill>
                  <a:srgbClr val="9BB5A6"/>
                </a:solidFill>
              </a:defRPr>
            </a:lvl3pPr>
            <a:lvl4pPr algn="l">
              <a:defRPr sz="11250" b="1">
                <a:solidFill>
                  <a:srgbClr val="9BB5A6"/>
                </a:solidFill>
              </a:defRPr>
            </a:lvl4pPr>
            <a:lvl5pPr algn="l">
              <a:defRPr sz="11250" b="1">
                <a:solidFill>
                  <a:srgbClr val="9BB5A6"/>
                </a:solidFill>
              </a:defRPr>
            </a:lvl5pPr>
            <a:lvl6pPr algn="l">
              <a:defRPr sz="11250" b="1">
                <a:solidFill>
                  <a:srgbClr val="9BB5A6"/>
                </a:solidFill>
              </a:defRPr>
            </a:lvl6pPr>
            <a:lvl7pPr algn="l">
              <a:defRPr sz="11250" b="1">
                <a:solidFill>
                  <a:srgbClr val="9BB5A6"/>
                </a:solidFill>
              </a:defRPr>
            </a:lvl7pPr>
            <a:lvl8pPr algn="l">
              <a:defRPr sz="11250" b="1">
                <a:solidFill>
                  <a:srgbClr val="9BB5A6"/>
                </a:solidFill>
              </a:defRPr>
            </a:lvl8pPr>
            <a:lvl9pPr algn="l">
              <a:defRPr sz="11250" b="1">
                <a:solidFill>
                  <a:srgbClr val="9BB5A6"/>
                </a:solidFill>
              </a:defRPr>
            </a:lvl9pPr>
          </a:lstStyle>
          <a:p xmlns:a="http://schemas.openxmlformats.org/drawingml/2006/main">
            <a:pPr algn="l">
              <a:defRPr sz="11250" b="1">
                <a:solidFill>
                  <a:srgbClr val="9BB5A6"/>
                </a:solidFill>
              </a:defRPr>
            </a:pPr>
            <a:r>
              <a:rPr sz="11250" b="1">
                <a:solidFill>
                  <a:srgbClr val="9BB5A6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F627A-7572-4018-AE99-4319E87A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019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175" b="1">
                <a:solidFill>
                  <a:srgbClr val="FFFDF9"/>
                </a:solidFill>
              </a:defRPr>
            </a:defPPr>
            <a:lvl1pPr algn="l">
              <a:defRPr sz="5175" b="1">
                <a:solidFill>
                  <a:srgbClr val="FFFDF9"/>
                </a:solidFill>
              </a:defRPr>
            </a:lvl1pPr>
            <a:lvl2pPr algn="l">
              <a:defRPr sz="5175" b="1">
                <a:solidFill>
                  <a:srgbClr val="FFFDF9"/>
                </a:solidFill>
              </a:defRPr>
            </a:lvl2pPr>
            <a:lvl3pPr algn="l">
              <a:defRPr sz="5175" b="1">
                <a:solidFill>
                  <a:srgbClr val="FFFDF9"/>
                </a:solidFill>
              </a:defRPr>
            </a:lvl3pPr>
            <a:lvl4pPr algn="l">
              <a:defRPr sz="5175" b="1">
                <a:solidFill>
                  <a:srgbClr val="FFFDF9"/>
                </a:solidFill>
              </a:defRPr>
            </a:lvl4pPr>
            <a:lvl5pPr algn="l">
              <a:defRPr sz="5175" b="1">
                <a:solidFill>
                  <a:srgbClr val="FFFDF9"/>
                </a:solidFill>
              </a:defRPr>
            </a:lvl5pPr>
            <a:lvl6pPr algn="l">
              <a:defRPr sz="5175" b="1">
                <a:solidFill>
                  <a:srgbClr val="FFFDF9"/>
                </a:solidFill>
              </a:defRPr>
            </a:lvl6pPr>
            <a:lvl7pPr algn="l">
              <a:defRPr sz="5175" b="1">
                <a:solidFill>
                  <a:srgbClr val="FFFDF9"/>
                </a:solidFill>
              </a:defRPr>
            </a:lvl7pPr>
            <a:lvl8pPr algn="l">
              <a:defRPr sz="5175" b="1">
                <a:solidFill>
                  <a:srgbClr val="FFFDF9"/>
                </a:solidFill>
              </a:defRPr>
            </a:lvl8pPr>
            <a:lvl9pPr algn="l">
              <a:defRPr sz="5175" b="1">
                <a:solidFill>
                  <a:srgbClr val="FFFDF9"/>
                </a:solidFill>
              </a:defRPr>
            </a:lvl9pPr>
          </a:lstStyle>
          <a:p xmlns:a="http://schemas.openxmlformats.org/drawingml/2006/main">
            <a:pPr algn="l">
              <a:defRPr sz="5175" b="1">
                <a:solidFill>
                  <a:srgbClr val="FFFDF9"/>
                </a:solidFill>
              </a:defRPr>
            </a:pPr>
            <a:r>
              <a:rPr sz="5175" b="1">
                <a:solidFill>
                  <a:srgbClr val="FFFDF9"/>
                </a:solidFill>
              </a:rPr>
              <a:t>개발 환경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0E1E9-8865-440A-BB7B-DA9DE63D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B9D75-66CF-4AA7-9F06-A5224ADC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D8E3DB"/>
                </a:solidFill>
              </a:defRPr>
            </a:defPPr>
            <a:lvl1pPr algn="l">
              <a:defRPr sz="1875" b="0">
                <a:solidFill>
                  <a:srgbClr val="D8E3DB"/>
                </a:solidFill>
              </a:defRPr>
            </a:lvl1pPr>
            <a:lvl2pPr algn="l">
              <a:defRPr sz="1875" b="0">
                <a:solidFill>
                  <a:srgbClr val="D8E3DB"/>
                </a:solidFill>
              </a:defRPr>
            </a:lvl2pPr>
            <a:lvl3pPr algn="l">
              <a:defRPr sz="1875" b="0">
                <a:solidFill>
                  <a:srgbClr val="D8E3DB"/>
                </a:solidFill>
              </a:defRPr>
            </a:lvl3pPr>
            <a:lvl4pPr algn="l">
              <a:defRPr sz="1875" b="0">
                <a:solidFill>
                  <a:srgbClr val="D8E3DB"/>
                </a:solidFill>
              </a:defRPr>
            </a:lvl4pPr>
            <a:lvl5pPr algn="l">
              <a:defRPr sz="1875" b="0">
                <a:solidFill>
                  <a:srgbClr val="D8E3DB"/>
                </a:solidFill>
              </a:defRPr>
            </a:lvl5pPr>
            <a:lvl6pPr algn="l">
              <a:defRPr sz="1875" b="0">
                <a:solidFill>
                  <a:srgbClr val="D8E3DB"/>
                </a:solidFill>
              </a:defRPr>
            </a:lvl6pPr>
            <a:lvl7pPr algn="l">
              <a:defRPr sz="1875" b="0">
                <a:solidFill>
                  <a:srgbClr val="D8E3DB"/>
                </a:solidFill>
              </a:defRPr>
            </a:lvl7pPr>
            <a:lvl8pPr algn="l">
              <a:defRPr sz="1875" b="0">
                <a:solidFill>
                  <a:srgbClr val="D8E3DB"/>
                </a:solidFill>
              </a:defRPr>
            </a:lvl8pPr>
            <a:lvl9pPr algn="l">
              <a:defRPr sz="1875" b="0">
                <a:solidFill>
                  <a:srgbClr val="D8E3DB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8E3DB"/>
                </a:solidFill>
              </a:defRPr>
            </a:pPr>
            <a:r>
              <a:rPr sz="1875" b="0">
                <a:solidFill>
                  <a:srgbClr val="D8E3DB"/>
                </a:solidFill>
              </a:rPr>
              <a:t>1인 4주 MVP에 필요한 도구만 사용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B0220-73AC-4B3A-B5A8-AE4F3D0E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D8E3DB"/>
                </a:solidFill>
              </a:defRPr>
            </a:defPPr>
            <a:lvl1pPr algn="l">
              <a:defRPr sz="1200" b="0">
                <a:solidFill>
                  <a:srgbClr val="D8E3DB"/>
                </a:solidFill>
              </a:defRPr>
            </a:lvl1pPr>
            <a:lvl2pPr algn="l">
              <a:defRPr sz="1200" b="0">
                <a:solidFill>
                  <a:srgbClr val="D8E3DB"/>
                </a:solidFill>
              </a:defRPr>
            </a:lvl2pPr>
            <a:lvl3pPr algn="l">
              <a:defRPr sz="1200" b="0">
                <a:solidFill>
                  <a:srgbClr val="D8E3DB"/>
                </a:solidFill>
              </a:defRPr>
            </a:lvl3pPr>
            <a:lvl4pPr algn="l">
              <a:defRPr sz="1200" b="0">
                <a:solidFill>
                  <a:srgbClr val="D8E3DB"/>
                </a:solidFill>
              </a:defRPr>
            </a:lvl4pPr>
            <a:lvl5pPr algn="l">
              <a:defRPr sz="1200" b="0">
                <a:solidFill>
                  <a:srgbClr val="D8E3DB"/>
                </a:solidFill>
              </a:defRPr>
            </a:lvl5pPr>
            <a:lvl6pPr algn="l">
              <a:defRPr sz="1200" b="0">
                <a:solidFill>
                  <a:srgbClr val="D8E3DB"/>
                </a:solidFill>
              </a:defRPr>
            </a:lvl6pPr>
            <a:lvl7pPr algn="l">
              <a:defRPr sz="1200" b="0">
                <a:solidFill>
                  <a:srgbClr val="D8E3DB"/>
                </a:solidFill>
              </a:defRPr>
            </a:lvl7pPr>
            <a:lvl8pPr algn="l">
              <a:defRPr sz="1200" b="0">
                <a:solidFill>
                  <a:srgbClr val="D8E3DB"/>
                </a:solidFill>
              </a:defRPr>
            </a:lvl8pPr>
            <a:lvl9pPr algn="l">
              <a:defRPr sz="1200" b="0">
                <a:solidFill>
                  <a:srgbClr val="D8E3DB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D8E3DB"/>
                </a:solidFill>
              </a:defRPr>
            </a:pPr>
            <a:r>
              <a:rPr sz="1200" b="0">
                <a:solidFill>
                  <a:srgbClr val="D8E3DB"/>
                </a:solidFill>
              </a:rPr>
              <a:t>MediSync AI</a:t>
            </a:r>
          </a:p>
        </p:txBody>
      </p:sp>
    </p:spTree>
    <p:extLst>
      <p:ext uri="{BB962C8B-B14F-4D97-AF65-F5344CB8AC3E}">
        <p14:creationId xmlns:p14="http://schemas.microsoft.com/office/powerpoint/2010/main" val="1668018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8045B-878E-45B7-97D9-916CA080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75" b="1">
                <a:solidFill>
                  <a:srgbClr val="183B37"/>
                </a:solidFill>
              </a:defRPr>
            </a:defPPr>
            <a:lvl1pPr algn="l">
              <a:defRPr sz="3675" b="1">
                <a:solidFill>
                  <a:srgbClr val="183B37"/>
                </a:solidFill>
              </a:defRPr>
            </a:lvl1pPr>
            <a:lvl2pPr algn="l">
              <a:defRPr sz="3675" b="1">
                <a:solidFill>
                  <a:srgbClr val="183B37"/>
                </a:solidFill>
              </a:defRPr>
            </a:lvl2pPr>
            <a:lvl3pPr algn="l">
              <a:defRPr sz="3675" b="1">
                <a:solidFill>
                  <a:srgbClr val="183B37"/>
                </a:solidFill>
              </a:defRPr>
            </a:lvl3pPr>
            <a:lvl4pPr algn="l">
              <a:defRPr sz="3675" b="1">
                <a:solidFill>
                  <a:srgbClr val="183B37"/>
                </a:solidFill>
              </a:defRPr>
            </a:lvl4pPr>
            <a:lvl5pPr algn="l">
              <a:defRPr sz="3675" b="1">
                <a:solidFill>
                  <a:srgbClr val="183B37"/>
                </a:solidFill>
              </a:defRPr>
            </a:lvl5pPr>
            <a:lvl6pPr algn="l">
              <a:defRPr sz="3675" b="1">
                <a:solidFill>
                  <a:srgbClr val="183B37"/>
                </a:solidFill>
              </a:defRPr>
            </a:lvl6pPr>
            <a:lvl7pPr algn="l">
              <a:defRPr sz="3675" b="1">
                <a:solidFill>
                  <a:srgbClr val="183B37"/>
                </a:solidFill>
              </a:defRPr>
            </a:lvl7pPr>
            <a:lvl8pPr algn="l">
              <a:defRPr sz="3675" b="1">
                <a:solidFill>
                  <a:srgbClr val="183B37"/>
                </a:solidFill>
              </a:defRPr>
            </a:lvl8pPr>
            <a:lvl9pPr algn="l">
              <a:defRPr sz="3675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B37"/>
                </a:solidFill>
              </a:defRPr>
            </a:pPr>
            <a:r>
              <a:rPr sz="3675" b="1">
                <a:solidFill>
                  <a:srgbClr val="183B37"/>
                </a:solidFill>
              </a:rPr>
              <a:t>개발 환경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7D761-DA29-4E2B-B903-30391FF1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525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4B530-4FE8-49E9-9584-58072AC4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83B37"/>
                </a:solidFill>
              </a:defRPr>
            </a:defPPr>
            <a:lvl1pPr algn="l">
              <a:defRPr sz="2400" b="1">
                <a:solidFill>
                  <a:srgbClr val="183B37"/>
                </a:solidFill>
              </a:defRPr>
            </a:lvl1pPr>
            <a:lvl2pPr algn="l">
              <a:defRPr sz="2400" b="1">
                <a:solidFill>
                  <a:srgbClr val="183B37"/>
                </a:solidFill>
              </a:defRPr>
            </a:lvl2pPr>
            <a:lvl3pPr algn="l">
              <a:defRPr sz="2400" b="1">
                <a:solidFill>
                  <a:srgbClr val="183B37"/>
                </a:solidFill>
              </a:defRPr>
            </a:lvl3pPr>
            <a:lvl4pPr algn="l">
              <a:defRPr sz="2400" b="1">
                <a:solidFill>
                  <a:srgbClr val="183B37"/>
                </a:solidFill>
              </a:defRPr>
            </a:lvl4pPr>
            <a:lvl5pPr algn="l">
              <a:defRPr sz="2400" b="1">
                <a:solidFill>
                  <a:srgbClr val="183B37"/>
                </a:solidFill>
              </a:defRPr>
            </a:lvl5pPr>
            <a:lvl6pPr algn="l">
              <a:defRPr sz="2400" b="1">
                <a:solidFill>
                  <a:srgbClr val="183B37"/>
                </a:solidFill>
              </a:defRPr>
            </a:lvl6pPr>
            <a:lvl7pPr algn="l">
              <a:defRPr sz="2400" b="1">
                <a:solidFill>
                  <a:srgbClr val="183B37"/>
                </a:solidFill>
              </a:defRPr>
            </a:lvl7pPr>
            <a:lvl8pPr algn="l">
              <a:defRPr sz="2400" b="1">
                <a:solidFill>
                  <a:srgbClr val="183B37"/>
                </a:solidFill>
              </a:defRPr>
            </a:lvl8pPr>
            <a:lvl9pPr algn="l">
              <a:defRPr sz="2400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3B37"/>
                </a:solidFill>
              </a:defRPr>
            </a:pPr>
            <a:r>
              <a:rPr sz="2400" b="1">
                <a:solidFill>
                  <a:srgbClr val="183B37"/>
                </a:solidFill>
              </a:rPr>
              <a:t>Android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A0F26-4A2E-4B65-876D-834151A8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186B9-9426-4CAF-BD5E-3445E545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61726C"/>
                </a:solidFill>
              </a:defRPr>
            </a:defPPr>
            <a:lvl1pPr algn="l">
              <a:defRPr sz="1800" b="0">
                <a:solidFill>
                  <a:srgbClr val="61726C"/>
                </a:solidFill>
              </a:defRPr>
            </a:lvl1pPr>
            <a:lvl2pPr algn="l">
              <a:defRPr sz="1800" b="0">
                <a:solidFill>
                  <a:srgbClr val="61726C"/>
                </a:solidFill>
              </a:defRPr>
            </a:lvl2pPr>
            <a:lvl3pPr algn="l">
              <a:defRPr sz="1800" b="0">
                <a:solidFill>
                  <a:srgbClr val="61726C"/>
                </a:solidFill>
              </a:defRPr>
            </a:lvl3pPr>
            <a:lvl4pPr algn="l">
              <a:defRPr sz="1800" b="0">
                <a:solidFill>
                  <a:srgbClr val="61726C"/>
                </a:solidFill>
              </a:defRPr>
            </a:lvl4pPr>
            <a:lvl5pPr algn="l">
              <a:defRPr sz="1800" b="0">
                <a:solidFill>
                  <a:srgbClr val="61726C"/>
                </a:solidFill>
              </a:defRPr>
            </a:lvl5pPr>
            <a:lvl6pPr algn="l">
              <a:defRPr sz="1800" b="0">
                <a:solidFill>
                  <a:srgbClr val="61726C"/>
                </a:solidFill>
              </a:defRPr>
            </a:lvl6pPr>
            <a:lvl7pPr algn="l">
              <a:defRPr sz="1800" b="0">
                <a:solidFill>
                  <a:srgbClr val="61726C"/>
                </a:solidFill>
              </a:defRPr>
            </a:lvl7pPr>
            <a:lvl8pPr algn="l">
              <a:defRPr sz="1800" b="0">
                <a:solidFill>
                  <a:srgbClr val="61726C"/>
                </a:solidFill>
              </a:defRPr>
            </a:lvl8pPr>
            <a:lvl9pPr algn="l">
              <a:defRPr sz="1800" b="0">
                <a:solidFill>
                  <a:srgbClr val="61726C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1726C"/>
                </a:solidFill>
              </a:defRPr>
            </a:pPr>
            <a:r>
              <a:rPr sz="1800" b="0">
                <a:solidFill>
                  <a:srgbClr val="61726C"/>
                </a:solidFill>
              </a:rPr>
              <a:t>앱 화면 제작과 기기 테스트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DC3D0-F778-408F-9E6D-CE8839EA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84785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83B37"/>
                </a:solidFill>
              </a:defRPr>
            </a:defPPr>
            <a:lvl1pPr algn="l">
              <a:defRPr sz="2400" b="1">
                <a:solidFill>
                  <a:srgbClr val="183B37"/>
                </a:solidFill>
              </a:defRPr>
            </a:lvl1pPr>
            <a:lvl2pPr algn="l">
              <a:defRPr sz="2400" b="1">
                <a:solidFill>
                  <a:srgbClr val="183B37"/>
                </a:solidFill>
              </a:defRPr>
            </a:lvl2pPr>
            <a:lvl3pPr algn="l">
              <a:defRPr sz="2400" b="1">
                <a:solidFill>
                  <a:srgbClr val="183B37"/>
                </a:solidFill>
              </a:defRPr>
            </a:lvl3pPr>
            <a:lvl4pPr algn="l">
              <a:defRPr sz="2400" b="1">
                <a:solidFill>
                  <a:srgbClr val="183B37"/>
                </a:solidFill>
              </a:defRPr>
            </a:lvl4pPr>
            <a:lvl5pPr algn="l">
              <a:defRPr sz="2400" b="1">
                <a:solidFill>
                  <a:srgbClr val="183B37"/>
                </a:solidFill>
              </a:defRPr>
            </a:lvl5pPr>
            <a:lvl6pPr algn="l">
              <a:defRPr sz="2400" b="1">
                <a:solidFill>
                  <a:srgbClr val="183B37"/>
                </a:solidFill>
              </a:defRPr>
            </a:lvl6pPr>
            <a:lvl7pPr algn="l">
              <a:defRPr sz="2400" b="1">
                <a:solidFill>
                  <a:srgbClr val="183B37"/>
                </a:solidFill>
              </a:defRPr>
            </a:lvl7pPr>
            <a:lvl8pPr algn="l">
              <a:defRPr sz="2400" b="1">
                <a:solidFill>
                  <a:srgbClr val="183B37"/>
                </a:solidFill>
              </a:defRPr>
            </a:lvl8pPr>
            <a:lvl9pPr algn="l">
              <a:defRPr sz="2400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3B37"/>
                </a:solidFill>
              </a:defRPr>
            </a:pPr>
            <a:r>
              <a:rPr sz="2400" b="1">
                <a:solidFill>
                  <a:srgbClr val="183B37"/>
                </a:solidFill>
              </a:rPr>
              <a:t>Kotlin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8BBEA-53DF-4C14-BDDD-D35738F5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050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5E8B4-DA67-49E6-9860-C91020DE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670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61726C"/>
                </a:solidFill>
              </a:defRPr>
            </a:defPPr>
            <a:lvl1pPr algn="l">
              <a:defRPr sz="1800" b="0">
                <a:solidFill>
                  <a:srgbClr val="61726C"/>
                </a:solidFill>
              </a:defRPr>
            </a:lvl1pPr>
            <a:lvl2pPr algn="l">
              <a:defRPr sz="1800" b="0">
                <a:solidFill>
                  <a:srgbClr val="61726C"/>
                </a:solidFill>
              </a:defRPr>
            </a:lvl2pPr>
            <a:lvl3pPr algn="l">
              <a:defRPr sz="1800" b="0">
                <a:solidFill>
                  <a:srgbClr val="61726C"/>
                </a:solidFill>
              </a:defRPr>
            </a:lvl3pPr>
            <a:lvl4pPr algn="l">
              <a:defRPr sz="1800" b="0">
                <a:solidFill>
                  <a:srgbClr val="61726C"/>
                </a:solidFill>
              </a:defRPr>
            </a:lvl4pPr>
            <a:lvl5pPr algn="l">
              <a:defRPr sz="1800" b="0">
                <a:solidFill>
                  <a:srgbClr val="61726C"/>
                </a:solidFill>
              </a:defRPr>
            </a:lvl5pPr>
            <a:lvl6pPr algn="l">
              <a:defRPr sz="1800" b="0">
                <a:solidFill>
                  <a:srgbClr val="61726C"/>
                </a:solidFill>
              </a:defRPr>
            </a:lvl6pPr>
            <a:lvl7pPr algn="l">
              <a:defRPr sz="1800" b="0">
                <a:solidFill>
                  <a:srgbClr val="61726C"/>
                </a:solidFill>
              </a:defRPr>
            </a:lvl7pPr>
            <a:lvl8pPr algn="l">
              <a:defRPr sz="1800" b="0">
                <a:solidFill>
                  <a:srgbClr val="61726C"/>
                </a:solidFill>
              </a:defRPr>
            </a:lvl8pPr>
            <a:lvl9pPr algn="l">
              <a:defRPr sz="1800" b="0">
                <a:solidFill>
                  <a:srgbClr val="61726C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1726C"/>
                </a:solidFill>
              </a:defRPr>
            </a:pPr>
            <a:r>
              <a:rPr sz="1800" b="0">
                <a:solidFill>
                  <a:srgbClr val="61726C"/>
                </a:solidFill>
              </a:rPr>
              <a:t>Android 앱 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829A0-57CE-4DD2-85F2-FFE13503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9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83B37"/>
                </a:solidFill>
              </a:defRPr>
            </a:defPPr>
            <a:lvl1pPr algn="l">
              <a:defRPr sz="2400" b="1">
                <a:solidFill>
                  <a:srgbClr val="183B37"/>
                </a:solidFill>
              </a:defRPr>
            </a:lvl1pPr>
            <a:lvl2pPr algn="l">
              <a:defRPr sz="2400" b="1">
                <a:solidFill>
                  <a:srgbClr val="183B37"/>
                </a:solidFill>
              </a:defRPr>
            </a:lvl2pPr>
            <a:lvl3pPr algn="l">
              <a:defRPr sz="2400" b="1">
                <a:solidFill>
                  <a:srgbClr val="183B37"/>
                </a:solidFill>
              </a:defRPr>
            </a:lvl3pPr>
            <a:lvl4pPr algn="l">
              <a:defRPr sz="2400" b="1">
                <a:solidFill>
                  <a:srgbClr val="183B37"/>
                </a:solidFill>
              </a:defRPr>
            </a:lvl4pPr>
            <a:lvl5pPr algn="l">
              <a:defRPr sz="2400" b="1">
                <a:solidFill>
                  <a:srgbClr val="183B37"/>
                </a:solidFill>
              </a:defRPr>
            </a:lvl5pPr>
            <a:lvl6pPr algn="l">
              <a:defRPr sz="2400" b="1">
                <a:solidFill>
                  <a:srgbClr val="183B37"/>
                </a:solidFill>
              </a:defRPr>
            </a:lvl6pPr>
            <a:lvl7pPr algn="l">
              <a:defRPr sz="2400" b="1">
                <a:solidFill>
                  <a:srgbClr val="183B37"/>
                </a:solidFill>
              </a:defRPr>
            </a:lvl7pPr>
            <a:lvl8pPr algn="l">
              <a:defRPr sz="2400" b="1">
                <a:solidFill>
                  <a:srgbClr val="183B37"/>
                </a:solidFill>
              </a:defRPr>
            </a:lvl8pPr>
            <a:lvl9pPr algn="l">
              <a:defRPr sz="2400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3B37"/>
                </a:solidFill>
              </a:defRPr>
            </a:pPr>
            <a:r>
              <a:rPr sz="2400" b="1">
                <a:solidFill>
                  <a:srgbClr val="183B37"/>
                </a:solidFill>
              </a:rPr>
              <a:t>ML Kit 한국어 OCR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7BC7D-3441-426E-B7F9-08EC32C0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EDB39-64B9-4519-AB92-C83CF413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61726C"/>
                </a:solidFill>
              </a:defRPr>
            </a:defPPr>
            <a:lvl1pPr algn="l">
              <a:defRPr sz="1800" b="0">
                <a:solidFill>
                  <a:srgbClr val="61726C"/>
                </a:solidFill>
              </a:defRPr>
            </a:lvl1pPr>
            <a:lvl2pPr algn="l">
              <a:defRPr sz="1800" b="0">
                <a:solidFill>
                  <a:srgbClr val="61726C"/>
                </a:solidFill>
              </a:defRPr>
            </a:lvl2pPr>
            <a:lvl3pPr algn="l">
              <a:defRPr sz="1800" b="0">
                <a:solidFill>
                  <a:srgbClr val="61726C"/>
                </a:solidFill>
              </a:defRPr>
            </a:lvl3pPr>
            <a:lvl4pPr algn="l">
              <a:defRPr sz="1800" b="0">
                <a:solidFill>
                  <a:srgbClr val="61726C"/>
                </a:solidFill>
              </a:defRPr>
            </a:lvl4pPr>
            <a:lvl5pPr algn="l">
              <a:defRPr sz="1800" b="0">
                <a:solidFill>
                  <a:srgbClr val="61726C"/>
                </a:solidFill>
              </a:defRPr>
            </a:lvl5pPr>
            <a:lvl6pPr algn="l">
              <a:defRPr sz="1800" b="0">
                <a:solidFill>
                  <a:srgbClr val="61726C"/>
                </a:solidFill>
              </a:defRPr>
            </a:lvl6pPr>
            <a:lvl7pPr algn="l">
              <a:defRPr sz="1800" b="0">
                <a:solidFill>
                  <a:srgbClr val="61726C"/>
                </a:solidFill>
              </a:defRPr>
            </a:lvl7pPr>
            <a:lvl8pPr algn="l">
              <a:defRPr sz="1800" b="0">
                <a:solidFill>
                  <a:srgbClr val="61726C"/>
                </a:solidFill>
              </a:defRPr>
            </a:lvl8pPr>
            <a:lvl9pPr algn="l">
              <a:defRPr sz="1800" b="0">
                <a:solidFill>
                  <a:srgbClr val="61726C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1726C"/>
                </a:solidFill>
              </a:defRPr>
            </a:pPr>
            <a:r>
              <a:rPr sz="1800" b="0">
                <a:solidFill>
                  <a:srgbClr val="61726C"/>
                </a:solidFill>
              </a:rPr>
              <a:t>약 봉투 글자 인식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9088C-673A-4359-8594-8133254C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609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83B37"/>
                </a:solidFill>
              </a:defRPr>
            </a:defPPr>
            <a:lvl1pPr algn="l">
              <a:defRPr sz="2400" b="1">
                <a:solidFill>
                  <a:srgbClr val="183B37"/>
                </a:solidFill>
              </a:defRPr>
            </a:lvl1pPr>
            <a:lvl2pPr algn="l">
              <a:defRPr sz="2400" b="1">
                <a:solidFill>
                  <a:srgbClr val="183B37"/>
                </a:solidFill>
              </a:defRPr>
            </a:lvl2pPr>
            <a:lvl3pPr algn="l">
              <a:defRPr sz="2400" b="1">
                <a:solidFill>
                  <a:srgbClr val="183B37"/>
                </a:solidFill>
              </a:defRPr>
            </a:lvl3pPr>
            <a:lvl4pPr algn="l">
              <a:defRPr sz="2400" b="1">
                <a:solidFill>
                  <a:srgbClr val="183B37"/>
                </a:solidFill>
              </a:defRPr>
            </a:lvl4pPr>
            <a:lvl5pPr algn="l">
              <a:defRPr sz="2400" b="1">
                <a:solidFill>
                  <a:srgbClr val="183B37"/>
                </a:solidFill>
              </a:defRPr>
            </a:lvl5pPr>
            <a:lvl6pPr algn="l">
              <a:defRPr sz="2400" b="1">
                <a:solidFill>
                  <a:srgbClr val="183B37"/>
                </a:solidFill>
              </a:defRPr>
            </a:lvl6pPr>
            <a:lvl7pPr algn="l">
              <a:defRPr sz="2400" b="1">
                <a:solidFill>
                  <a:srgbClr val="183B37"/>
                </a:solidFill>
              </a:defRPr>
            </a:lvl7pPr>
            <a:lvl8pPr algn="l">
              <a:defRPr sz="2400" b="1">
                <a:solidFill>
                  <a:srgbClr val="183B37"/>
                </a:solidFill>
              </a:defRPr>
            </a:lvl8pPr>
            <a:lvl9pPr algn="l">
              <a:defRPr sz="2400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3B37"/>
                </a:solidFill>
              </a:defRPr>
            </a:pPr>
            <a:r>
              <a:rPr sz="2400" b="1">
                <a:solidFill>
                  <a:srgbClr val="183B37"/>
                </a:solidFill>
              </a:rPr>
              <a:t>Room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BC043-5589-4B1A-A603-DCEFA269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672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F4D04-2CF7-4B8F-8EB4-106E5189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291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61726C"/>
                </a:solidFill>
              </a:defRPr>
            </a:defPPr>
            <a:lvl1pPr algn="l">
              <a:defRPr sz="1800" b="0">
                <a:solidFill>
                  <a:srgbClr val="61726C"/>
                </a:solidFill>
              </a:defRPr>
            </a:lvl1pPr>
            <a:lvl2pPr algn="l">
              <a:defRPr sz="1800" b="0">
                <a:solidFill>
                  <a:srgbClr val="61726C"/>
                </a:solidFill>
              </a:defRPr>
            </a:lvl2pPr>
            <a:lvl3pPr algn="l">
              <a:defRPr sz="1800" b="0">
                <a:solidFill>
                  <a:srgbClr val="61726C"/>
                </a:solidFill>
              </a:defRPr>
            </a:lvl3pPr>
            <a:lvl4pPr algn="l">
              <a:defRPr sz="1800" b="0">
                <a:solidFill>
                  <a:srgbClr val="61726C"/>
                </a:solidFill>
              </a:defRPr>
            </a:lvl4pPr>
            <a:lvl5pPr algn="l">
              <a:defRPr sz="1800" b="0">
                <a:solidFill>
                  <a:srgbClr val="61726C"/>
                </a:solidFill>
              </a:defRPr>
            </a:lvl5pPr>
            <a:lvl6pPr algn="l">
              <a:defRPr sz="1800" b="0">
                <a:solidFill>
                  <a:srgbClr val="61726C"/>
                </a:solidFill>
              </a:defRPr>
            </a:lvl6pPr>
            <a:lvl7pPr algn="l">
              <a:defRPr sz="1800" b="0">
                <a:solidFill>
                  <a:srgbClr val="61726C"/>
                </a:solidFill>
              </a:defRPr>
            </a:lvl7pPr>
            <a:lvl8pPr algn="l">
              <a:defRPr sz="1800" b="0">
                <a:solidFill>
                  <a:srgbClr val="61726C"/>
                </a:solidFill>
              </a:defRPr>
            </a:lvl8pPr>
            <a:lvl9pPr algn="l">
              <a:defRPr sz="1800" b="0">
                <a:solidFill>
                  <a:srgbClr val="61726C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1726C"/>
                </a:solidFill>
              </a:defRPr>
            </a:pPr>
            <a:r>
              <a:rPr sz="1800" b="0">
                <a:solidFill>
                  <a:srgbClr val="61726C"/>
                </a:solidFill>
              </a:rPr>
              <a:t>등록 약과 복용 이력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F2D23B-EBE0-431D-99CE-19E6EB2C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959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DC735D"/>
                </a:solidFill>
              </a:defRPr>
            </a:defPPr>
            <a:lvl1pPr algn="l">
              <a:defRPr sz="1725" b="1">
                <a:solidFill>
                  <a:srgbClr val="DC735D"/>
                </a:solidFill>
              </a:defRPr>
            </a:lvl1pPr>
            <a:lvl2pPr algn="l">
              <a:defRPr sz="1725" b="1">
                <a:solidFill>
                  <a:srgbClr val="DC735D"/>
                </a:solidFill>
              </a:defRPr>
            </a:lvl2pPr>
            <a:lvl3pPr algn="l">
              <a:defRPr sz="1725" b="1">
                <a:solidFill>
                  <a:srgbClr val="DC735D"/>
                </a:solidFill>
              </a:defRPr>
            </a:lvl3pPr>
            <a:lvl4pPr algn="l">
              <a:defRPr sz="1725" b="1">
                <a:solidFill>
                  <a:srgbClr val="DC735D"/>
                </a:solidFill>
              </a:defRPr>
            </a:lvl4pPr>
            <a:lvl5pPr algn="l">
              <a:defRPr sz="1725" b="1">
                <a:solidFill>
                  <a:srgbClr val="DC735D"/>
                </a:solidFill>
              </a:defRPr>
            </a:lvl5pPr>
            <a:lvl6pPr algn="l">
              <a:defRPr sz="1725" b="1">
                <a:solidFill>
                  <a:srgbClr val="DC735D"/>
                </a:solidFill>
              </a:defRPr>
            </a:lvl6pPr>
            <a:lvl7pPr algn="l">
              <a:defRPr sz="1725" b="1">
                <a:solidFill>
                  <a:srgbClr val="DC735D"/>
                </a:solidFill>
              </a:defRPr>
            </a:lvl7pPr>
            <a:lvl8pPr algn="l">
              <a:defRPr sz="1725" b="1">
                <a:solidFill>
                  <a:srgbClr val="DC735D"/>
                </a:solidFill>
              </a:defRPr>
            </a:lvl8pPr>
            <a:lvl9pPr algn="l">
              <a:defRPr sz="1725" b="1">
                <a:solidFill>
                  <a:srgbClr val="DC735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DC735D"/>
                </a:solidFill>
              </a:defRPr>
            </a:pPr>
            <a:r>
              <a:rPr sz="1725" b="1">
                <a:solidFill>
                  <a:srgbClr val="DC735D"/>
                </a:solidFill>
              </a:rPr>
              <a:t>처음에는 약 5개와 영양제 2개, 검토된 조합부터 지원</a:t>
            </a:r>
          </a:p>
        </p:txBody>
      </p:sp>
    </p:spTree>
    <p:extLst>
      <p:ext uri="{BB962C8B-B14F-4D97-AF65-F5344CB8AC3E}">
        <p14:creationId xmlns:p14="http://schemas.microsoft.com/office/powerpoint/2010/main" val="19336815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78F9CA-92EC-427A-A93A-8C4832FA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75" b="1">
                <a:solidFill>
                  <a:srgbClr val="183B37"/>
                </a:solidFill>
              </a:defRPr>
            </a:defPPr>
            <a:lvl1pPr algn="l">
              <a:defRPr sz="3675" b="1">
                <a:solidFill>
                  <a:srgbClr val="183B37"/>
                </a:solidFill>
              </a:defRPr>
            </a:lvl1pPr>
            <a:lvl2pPr algn="l">
              <a:defRPr sz="3675" b="1">
                <a:solidFill>
                  <a:srgbClr val="183B37"/>
                </a:solidFill>
              </a:defRPr>
            </a:lvl2pPr>
            <a:lvl3pPr algn="l">
              <a:defRPr sz="3675" b="1">
                <a:solidFill>
                  <a:srgbClr val="183B37"/>
                </a:solidFill>
              </a:defRPr>
            </a:lvl3pPr>
            <a:lvl4pPr algn="l">
              <a:defRPr sz="3675" b="1">
                <a:solidFill>
                  <a:srgbClr val="183B37"/>
                </a:solidFill>
              </a:defRPr>
            </a:lvl4pPr>
            <a:lvl5pPr algn="l">
              <a:defRPr sz="3675" b="1">
                <a:solidFill>
                  <a:srgbClr val="183B37"/>
                </a:solidFill>
              </a:defRPr>
            </a:lvl5pPr>
            <a:lvl6pPr algn="l">
              <a:defRPr sz="3675" b="1">
                <a:solidFill>
                  <a:srgbClr val="183B37"/>
                </a:solidFill>
              </a:defRPr>
            </a:lvl6pPr>
            <a:lvl7pPr algn="l">
              <a:defRPr sz="3675" b="1">
                <a:solidFill>
                  <a:srgbClr val="183B37"/>
                </a:solidFill>
              </a:defRPr>
            </a:lvl7pPr>
            <a:lvl8pPr algn="l">
              <a:defRPr sz="3675" b="1">
                <a:solidFill>
                  <a:srgbClr val="183B37"/>
                </a:solidFill>
              </a:defRPr>
            </a:lvl8pPr>
            <a:lvl9pPr algn="l">
              <a:defRPr sz="3675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B37"/>
                </a:solidFill>
              </a:defRPr>
            </a:pPr>
            <a:r>
              <a:rPr sz="3675" b="1">
                <a:solidFill>
                  <a:srgbClr val="183B37"/>
                </a:solidFill>
              </a:rPr>
              <a:t>4주 개발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CA1CE-3439-4079-BF64-70E4EA1A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525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54CF9-6238-4CD2-AF06-BB68E1B0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DC735D"/>
                </a:solidFill>
              </a:defRPr>
            </a:defPPr>
            <a:lvl1pPr algn="l">
              <a:defRPr sz="2625" b="1">
                <a:solidFill>
                  <a:srgbClr val="DC735D"/>
                </a:solidFill>
              </a:defRPr>
            </a:lvl1pPr>
            <a:lvl2pPr algn="l">
              <a:defRPr sz="2625" b="1">
                <a:solidFill>
                  <a:srgbClr val="DC735D"/>
                </a:solidFill>
              </a:defRPr>
            </a:lvl2pPr>
            <a:lvl3pPr algn="l">
              <a:defRPr sz="2625" b="1">
                <a:solidFill>
                  <a:srgbClr val="DC735D"/>
                </a:solidFill>
              </a:defRPr>
            </a:lvl3pPr>
            <a:lvl4pPr algn="l">
              <a:defRPr sz="2625" b="1">
                <a:solidFill>
                  <a:srgbClr val="DC735D"/>
                </a:solidFill>
              </a:defRPr>
            </a:lvl4pPr>
            <a:lvl5pPr algn="l">
              <a:defRPr sz="2625" b="1">
                <a:solidFill>
                  <a:srgbClr val="DC735D"/>
                </a:solidFill>
              </a:defRPr>
            </a:lvl5pPr>
            <a:lvl6pPr algn="l">
              <a:defRPr sz="2625" b="1">
                <a:solidFill>
                  <a:srgbClr val="DC735D"/>
                </a:solidFill>
              </a:defRPr>
            </a:lvl6pPr>
            <a:lvl7pPr algn="l">
              <a:defRPr sz="2625" b="1">
                <a:solidFill>
                  <a:srgbClr val="DC735D"/>
                </a:solidFill>
              </a:defRPr>
            </a:lvl7pPr>
            <a:lvl8pPr algn="l">
              <a:defRPr sz="2625" b="1">
                <a:solidFill>
                  <a:srgbClr val="DC735D"/>
                </a:solidFill>
              </a:defRPr>
            </a:lvl8pPr>
            <a:lvl9pPr algn="l">
              <a:defRPr sz="2625" b="1">
                <a:solidFill>
                  <a:srgbClr val="DC735D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DC735D"/>
                </a:solidFill>
              </a:defRPr>
            </a:pPr>
            <a:r>
              <a:rPr sz="2625" b="1">
                <a:solidFill>
                  <a:srgbClr val="DC735D"/>
                </a:solidFill>
              </a:rPr>
              <a:t>1주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B64F1-5116-4AC1-B9BF-E94EA60A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66875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83B37"/>
                </a:solidFill>
              </a:defRPr>
            </a:defPPr>
            <a:lvl1pPr algn="l">
              <a:defRPr sz="1800" b="1">
                <a:solidFill>
                  <a:srgbClr val="183B37"/>
                </a:solidFill>
              </a:defRPr>
            </a:lvl1pPr>
            <a:lvl2pPr algn="l">
              <a:defRPr sz="1800" b="1">
                <a:solidFill>
                  <a:srgbClr val="183B37"/>
                </a:solidFill>
              </a:defRPr>
            </a:lvl2pPr>
            <a:lvl3pPr algn="l">
              <a:defRPr sz="1800" b="1">
                <a:solidFill>
                  <a:srgbClr val="183B37"/>
                </a:solidFill>
              </a:defRPr>
            </a:lvl3pPr>
            <a:lvl4pPr algn="l">
              <a:defRPr sz="1800" b="1">
                <a:solidFill>
                  <a:srgbClr val="183B37"/>
                </a:solidFill>
              </a:defRPr>
            </a:lvl4pPr>
            <a:lvl5pPr algn="l">
              <a:defRPr sz="1800" b="1">
                <a:solidFill>
                  <a:srgbClr val="183B37"/>
                </a:solidFill>
              </a:defRPr>
            </a:lvl5pPr>
            <a:lvl6pPr algn="l">
              <a:defRPr sz="1800" b="1">
                <a:solidFill>
                  <a:srgbClr val="183B37"/>
                </a:solidFill>
              </a:defRPr>
            </a:lvl6pPr>
            <a:lvl7pPr algn="l">
              <a:defRPr sz="1800" b="1">
                <a:solidFill>
                  <a:srgbClr val="183B37"/>
                </a:solidFill>
              </a:defRPr>
            </a:lvl7pPr>
            <a:lvl8pPr algn="l">
              <a:defRPr sz="1800" b="1">
                <a:solidFill>
                  <a:srgbClr val="183B37"/>
                </a:solidFill>
              </a:defRPr>
            </a:lvl8pPr>
            <a:lvl9pPr algn="l">
              <a:defRPr sz="1800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83B37"/>
                </a:solidFill>
              </a:defRPr>
            </a:pPr>
            <a:r>
              <a:rPr sz="1800" b="1">
                <a:solidFill>
                  <a:srgbClr val="183B37"/>
                </a:solidFill>
              </a:rPr>
              <a:t>10/31–11/6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D4F94-9871-4AAF-BB74-09C9F89F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66875"/>
            <a:ext cx="709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83B37"/>
                </a:solidFill>
              </a:defRPr>
            </a:defPPr>
            <a:lvl1pPr algn="l">
              <a:defRPr sz="1875" b="0">
                <a:solidFill>
                  <a:srgbClr val="183B37"/>
                </a:solidFill>
              </a:defRPr>
            </a:lvl1pPr>
            <a:lvl2pPr algn="l">
              <a:defRPr sz="1875" b="0">
                <a:solidFill>
                  <a:srgbClr val="183B37"/>
                </a:solidFill>
              </a:defRPr>
            </a:lvl2pPr>
            <a:lvl3pPr algn="l">
              <a:defRPr sz="1875" b="0">
                <a:solidFill>
                  <a:srgbClr val="183B37"/>
                </a:solidFill>
              </a:defRPr>
            </a:lvl3pPr>
            <a:lvl4pPr algn="l">
              <a:defRPr sz="1875" b="0">
                <a:solidFill>
                  <a:srgbClr val="183B37"/>
                </a:solidFill>
              </a:defRPr>
            </a:lvl4pPr>
            <a:lvl5pPr algn="l">
              <a:defRPr sz="1875" b="0">
                <a:solidFill>
                  <a:srgbClr val="183B37"/>
                </a:solidFill>
              </a:defRPr>
            </a:lvl5pPr>
            <a:lvl6pPr algn="l">
              <a:defRPr sz="1875" b="0">
                <a:solidFill>
                  <a:srgbClr val="183B37"/>
                </a:solidFill>
              </a:defRPr>
            </a:lvl6pPr>
            <a:lvl7pPr algn="l">
              <a:defRPr sz="1875" b="0">
                <a:solidFill>
                  <a:srgbClr val="183B37"/>
                </a:solidFill>
              </a:defRPr>
            </a:lvl7pPr>
            <a:lvl8pPr algn="l">
              <a:defRPr sz="1875" b="0">
                <a:solidFill>
                  <a:srgbClr val="183B37"/>
                </a:solidFill>
              </a:defRPr>
            </a:lvl8pPr>
            <a:lvl9pPr algn="l">
              <a:defRPr sz="1875" b="0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3B37"/>
                </a:solidFill>
              </a:defRPr>
            </a:pPr>
            <a:r>
              <a:rPr sz="1875" b="0">
                <a:solidFill>
                  <a:srgbClr val="183B37"/>
                </a:solidFill>
              </a:rPr>
              <a:t>화면 설계, 지원 제품 선정, 수동 등록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D249E-A7E6-4573-87C8-976CCAC8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3C274-45D4-4DD5-AEC3-A99D3BC5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DC735D"/>
                </a:solidFill>
              </a:defRPr>
            </a:defPPr>
            <a:lvl1pPr algn="l">
              <a:defRPr sz="2625" b="1">
                <a:solidFill>
                  <a:srgbClr val="DC735D"/>
                </a:solidFill>
              </a:defRPr>
            </a:lvl1pPr>
            <a:lvl2pPr algn="l">
              <a:defRPr sz="2625" b="1">
                <a:solidFill>
                  <a:srgbClr val="DC735D"/>
                </a:solidFill>
              </a:defRPr>
            </a:lvl2pPr>
            <a:lvl3pPr algn="l">
              <a:defRPr sz="2625" b="1">
                <a:solidFill>
                  <a:srgbClr val="DC735D"/>
                </a:solidFill>
              </a:defRPr>
            </a:lvl3pPr>
            <a:lvl4pPr algn="l">
              <a:defRPr sz="2625" b="1">
                <a:solidFill>
                  <a:srgbClr val="DC735D"/>
                </a:solidFill>
              </a:defRPr>
            </a:lvl4pPr>
            <a:lvl5pPr algn="l">
              <a:defRPr sz="2625" b="1">
                <a:solidFill>
                  <a:srgbClr val="DC735D"/>
                </a:solidFill>
              </a:defRPr>
            </a:lvl5pPr>
            <a:lvl6pPr algn="l">
              <a:defRPr sz="2625" b="1">
                <a:solidFill>
                  <a:srgbClr val="DC735D"/>
                </a:solidFill>
              </a:defRPr>
            </a:lvl6pPr>
            <a:lvl7pPr algn="l">
              <a:defRPr sz="2625" b="1">
                <a:solidFill>
                  <a:srgbClr val="DC735D"/>
                </a:solidFill>
              </a:defRPr>
            </a:lvl7pPr>
            <a:lvl8pPr algn="l">
              <a:defRPr sz="2625" b="1">
                <a:solidFill>
                  <a:srgbClr val="DC735D"/>
                </a:solidFill>
              </a:defRPr>
            </a:lvl8pPr>
            <a:lvl9pPr algn="l">
              <a:defRPr sz="2625" b="1">
                <a:solidFill>
                  <a:srgbClr val="DC735D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DC735D"/>
                </a:solidFill>
              </a:defRPr>
            </a:pPr>
            <a:r>
              <a:rPr sz="2625" b="1">
                <a:solidFill>
                  <a:srgbClr val="DC735D"/>
                </a:solidFill>
              </a:rPr>
              <a:t>2주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16866-17AF-480F-B7CA-23E1C437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83B37"/>
                </a:solidFill>
              </a:defRPr>
            </a:defPPr>
            <a:lvl1pPr algn="l">
              <a:defRPr sz="1800" b="1">
                <a:solidFill>
                  <a:srgbClr val="183B37"/>
                </a:solidFill>
              </a:defRPr>
            </a:lvl1pPr>
            <a:lvl2pPr algn="l">
              <a:defRPr sz="1800" b="1">
                <a:solidFill>
                  <a:srgbClr val="183B37"/>
                </a:solidFill>
              </a:defRPr>
            </a:lvl2pPr>
            <a:lvl3pPr algn="l">
              <a:defRPr sz="1800" b="1">
                <a:solidFill>
                  <a:srgbClr val="183B37"/>
                </a:solidFill>
              </a:defRPr>
            </a:lvl3pPr>
            <a:lvl4pPr algn="l">
              <a:defRPr sz="1800" b="1">
                <a:solidFill>
                  <a:srgbClr val="183B37"/>
                </a:solidFill>
              </a:defRPr>
            </a:lvl4pPr>
            <a:lvl5pPr algn="l">
              <a:defRPr sz="1800" b="1">
                <a:solidFill>
                  <a:srgbClr val="183B37"/>
                </a:solidFill>
              </a:defRPr>
            </a:lvl5pPr>
            <a:lvl6pPr algn="l">
              <a:defRPr sz="1800" b="1">
                <a:solidFill>
                  <a:srgbClr val="183B37"/>
                </a:solidFill>
              </a:defRPr>
            </a:lvl6pPr>
            <a:lvl7pPr algn="l">
              <a:defRPr sz="1800" b="1">
                <a:solidFill>
                  <a:srgbClr val="183B37"/>
                </a:solidFill>
              </a:defRPr>
            </a:lvl7pPr>
            <a:lvl8pPr algn="l">
              <a:defRPr sz="1800" b="1">
                <a:solidFill>
                  <a:srgbClr val="183B37"/>
                </a:solidFill>
              </a:defRPr>
            </a:lvl8pPr>
            <a:lvl9pPr algn="l">
              <a:defRPr sz="1800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83B37"/>
                </a:solidFill>
              </a:defRPr>
            </a:pPr>
            <a:r>
              <a:rPr sz="1800" b="1">
                <a:solidFill>
                  <a:srgbClr val="183B37"/>
                </a:solidFill>
              </a:rPr>
              <a:t>11/7–11/13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1EED5-A637-4CF7-A6D7-F2D5D493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709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83B37"/>
                </a:solidFill>
              </a:defRPr>
            </a:defPPr>
            <a:lvl1pPr algn="l">
              <a:defRPr sz="1875" b="0">
                <a:solidFill>
                  <a:srgbClr val="183B37"/>
                </a:solidFill>
              </a:defRPr>
            </a:lvl1pPr>
            <a:lvl2pPr algn="l">
              <a:defRPr sz="1875" b="0">
                <a:solidFill>
                  <a:srgbClr val="183B37"/>
                </a:solidFill>
              </a:defRPr>
            </a:lvl2pPr>
            <a:lvl3pPr algn="l">
              <a:defRPr sz="1875" b="0">
                <a:solidFill>
                  <a:srgbClr val="183B37"/>
                </a:solidFill>
              </a:defRPr>
            </a:lvl3pPr>
            <a:lvl4pPr algn="l">
              <a:defRPr sz="1875" b="0">
                <a:solidFill>
                  <a:srgbClr val="183B37"/>
                </a:solidFill>
              </a:defRPr>
            </a:lvl4pPr>
            <a:lvl5pPr algn="l">
              <a:defRPr sz="1875" b="0">
                <a:solidFill>
                  <a:srgbClr val="183B37"/>
                </a:solidFill>
              </a:defRPr>
            </a:lvl5pPr>
            <a:lvl6pPr algn="l">
              <a:defRPr sz="1875" b="0">
                <a:solidFill>
                  <a:srgbClr val="183B37"/>
                </a:solidFill>
              </a:defRPr>
            </a:lvl6pPr>
            <a:lvl7pPr algn="l">
              <a:defRPr sz="1875" b="0">
                <a:solidFill>
                  <a:srgbClr val="183B37"/>
                </a:solidFill>
              </a:defRPr>
            </a:lvl7pPr>
            <a:lvl8pPr algn="l">
              <a:defRPr sz="1875" b="0">
                <a:solidFill>
                  <a:srgbClr val="183B37"/>
                </a:solidFill>
              </a:defRPr>
            </a:lvl8pPr>
            <a:lvl9pPr algn="l">
              <a:defRPr sz="1875" b="0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3B37"/>
                </a:solidFill>
              </a:defRPr>
            </a:pPr>
            <a:r>
              <a:rPr sz="1875" b="0">
                <a:solidFill>
                  <a:srgbClr val="183B37"/>
                </a:solidFill>
              </a:rPr>
              <a:t>약 봉투 OCR, 주의정보·부작용 정리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F43FA-194B-433E-9368-D2A2D954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997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CAB50-1939-4A96-B798-9FF7C526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DC735D"/>
                </a:solidFill>
              </a:defRPr>
            </a:defPPr>
            <a:lvl1pPr algn="l">
              <a:defRPr sz="2625" b="1">
                <a:solidFill>
                  <a:srgbClr val="DC735D"/>
                </a:solidFill>
              </a:defRPr>
            </a:lvl1pPr>
            <a:lvl2pPr algn="l">
              <a:defRPr sz="2625" b="1">
                <a:solidFill>
                  <a:srgbClr val="DC735D"/>
                </a:solidFill>
              </a:defRPr>
            </a:lvl2pPr>
            <a:lvl3pPr algn="l">
              <a:defRPr sz="2625" b="1">
                <a:solidFill>
                  <a:srgbClr val="DC735D"/>
                </a:solidFill>
              </a:defRPr>
            </a:lvl3pPr>
            <a:lvl4pPr algn="l">
              <a:defRPr sz="2625" b="1">
                <a:solidFill>
                  <a:srgbClr val="DC735D"/>
                </a:solidFill>
              </a:defRPr>
            </a:lvl4pPr>
            <a:lvl5pPr algn="l">
              <a:defRPr sz="2625" b="1">
                <a:solidFill>
                  <a:srgbClr val="DC735D"/>
                </a:solidFill>
              </a:defRPr>
            </a:lvl5pPr>
            <a:lvl6pPr algn="l">
              <a:defRPr sz="2625" b="1">
                <a:solidFill>
                  <a:srgbClr val="DC735D"/>
                </a:solidFill>
              </a:defRPr>
            </a:lvl6pPr>
            <a:lvl7pPr algn="l">
              <a:defRPr sz="2625" b="1">
                <a:solidFill>
                  <a:srgbClr val="DC735D"/>
                </a:solidFill>
              </a:defRPr>
            </a:lvl7pPr>
            <a:lvl8pPr algn="l">
              <a:defRPr sz="2625" b="1">
                <a:solidFill>
                  <a:srgbClr val="DC735D"/>
                </a:solidFill>
              </a:defRPr>
            </a:lvl8pPr>
            <a:lvl9pPr algn="l">
              <a:defRPr sz="2625" b="1">
                <a:solidFill>
                  <a:srgbClr val="DC735D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DC735D"/>
                </a:solidFill>
              </a:defRPr>
            </a:pPr>
            <a:r>
              <a:rPr sz="2625" b="1">
                <a:solidFill>
                  <a:srgbClr val="DC735D"/>
                </a:solidFill>
              </a:rPr>
              <a:t>3주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6CC38-DEA0-46FA-8AFA-1353DFC4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81425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83B37"/>
                </a:solidFill>
              </a:defRPr>
            </a:defPPr>
            <a:lvl1pPr algn="l">
              <a:defRPr sz="1800" b="1">
                <a:solidFill>
                  <a:srgbClr val="183B37"/>
                </a:solidFill>
              </a:defRPr>
            </a:lvl1pPr>
            <a:lvl2pPr algn="l">
              <a:defRPr sz="1800" b="1">
                <a:solidFill>
                  <a:srgbClr val="183B37"/>
                </a:solidFill>
              </a:defRPr>
            </a:lvl2pPr>
            <a:lvl3pPr algn="l">
              <a:defRPr sz="1800" b="1">
                <a:solidFill>
                  <a:srgbClr val="183B37"/>
                </a:solidFill>
              </a:defRPr>
            </a:lvl3pPr>
            <a:lvl4pPr algn="l">
              <a:defRPr sz="1800" b="1">
                <a:solidFill>
                  <a:srgbClr val="183B37"/>
                </a:solidFill>
              </a:defRPr>
            </a:lvl4pPr>
            <a:lvl5pPr algn="l">
              <a:defRPr sz="1800" b="1">
                <a:solidFill>
                  <a:srgbClr val="183B37"/>
                </a:solidFill>
              </a:defRPr>
            </a:lvl5pPr>
            <a:lvl6pPr algn="l">
              <a:defRPr sz="1800" b="1">
                <a:solidFill>
                  <a:srgbClr val="183B37"/>
                </a:solidFill>
              </a:defRPr>
            </a:lvl6pPr>
            <a:lvl7pPr algn="l">
              <a:defRPr sz="1800" b="1">
                <a:solidFill>
                  <a:srgbClr val="183B37"/>
                </a:solidFill>
              </a:defRPr>
            </a:lvl7pPr>
            <a:lvl8pPr algn="l">
              <a:defRPr sz="1800" b="1">
                <a:solidFill>
                  <a:srgbClr val="183B37"/>
                </a:solidFill>
              </a:defRPr>
            </a:lvl8pPr>
            <a:lvl9pPr algn="l">
              <a:defRPr sz="1800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83B37"/>
                </a:solidFill>
              </a:defRPr>
            </a:pPr>
            <a:r>
              <a:rPr sz="1800" b="1">
                <a:solidFill>
                  <a:srgbClr val="183B37"/>
                </a:solidFill>
              </a:rPr>
              <a:t>11/14–11/20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2045F-25FC-45FE-AFA0-D1AFE35F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81425"/>
            <a:ext cx="709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83B37"/>
                </a:solidFill>
              </a:defRPr>
            </a:defPPr>
            <a:lvl1pPr algn="l">
              <a:defRPr sz="1875" b="0">
                <a:solidFill>
                  <a:srgbClr val="183B37"/>
                </a:solidFill>
              </a:defRPr>
            </a:lvl1pPr>
            <a:lvl2pPr algn="l">
              <a:defRPr sz="1875" b="0">
                <a:solidFill>
                  <a:srgbClr val="183B37"/>
                </a:solidFill>
              </a:defRPr>
            </a:lvl2pPr>
            <a:lvl3pPr algn="l">
              <a:defRPr sz="1875" b="0">
                <a:solidFill>
                  <a:srgbClr val="183B37"/>
                </a:solidFill>
              </a:defRPr>
            </a:lvl3pPr>
            <a:lvl4pPr algn="l">
              <a:defRPr sz="1875" b="0">
                <a:solidFill>
                  <a:srgbClr val="183B37"/>
                </a:solidFill>
              </a:defRPr>
            </a:lvl4pPr>
            <a:lvl5pPr algn="l">
              <a:defRPr sz="1875" b="0">
                <a:solidFill>
                  <a:srgbClr val="183B37"/>
                </a:solidFill>
              </a:defRPr>
            </a:lvl5pPr>
            <a:lvl6pPr algn="l">
              <a:defRPr sz="1875" b="0">
                <a:solidFill>
                  <a:srgbClr val="183B37"/>
                </a:solidFill>
              </a:defRPr>
            </a:lvl6pPr>
            <a:lvl7pPr algn="l">
              <a:defRPr sz="1875" b="0">
                <a:solidFill>
                  <a:srgbClr val="183B37"/>
                </a:solidFill>
              </a:defRPr>
            </a:lvl7pPr>
            <a:lvl8pPr algn="l">
              <a:defRPr sz="1875" b="0">
                <a:solidFill>
                  <a:srgbClr val="183B37"/>
                </a:solidFill>
              </a:defRPr>
            </a:lvl8pPr>
            <a:lvl9pPr algn="l">
              <a:defRPr sz="1875" b="0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3B37"/>
                </a:solidFill>
              </a:defRPr>
            </a:pPr>
            <a:r>
              <a:rPr sz="1875" b="0">
                <a:solidFill>
                  <a:srgbClr val="183B37"/>
                </a:solidFill>
              </a:rPr>
              <a:t>복약 알림, 3줄 안내, 복용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DF3E7-0ADB-43A1-9803-3EC42067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503F4-8A1E-4C42-A359-1EA47452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DC735D"/>
                </a:solidFill>
              </a:defRPr>
            </a:defPPr>
            <a:lvl1pPr algn="l">
              <a:defRPr sz="2625" b="1">
                <a:solidFill>
                  <a:srgbClr val="DC735D"/>
                </a:solidFill>
              </a:defRPr>
            </a:lvl1pPr>
            <a:lvl2pPr algn="l">
              <a:defRPr sz="2625" b="1">
                <a:solidFill>
                  <a:srgbClr val="DC735D"/>
                </a:solidFill>
              </a:defRPr>
            </a:lvl2pPr>
            <a:lvl3pPr algn="l">
              <a:defRPr sz="2625" b="1">
                <a:solidFill>
                  <a:srgbClr val="DC735D"/>
                </a:solidFill>
              </a:defRPr>
            </a:lvl3pPr>
            <a:lvl4pPr algn="l">
              <a:defRPr sz="2625" b="1">
                <a:solidFill>
                  <a:srgbClr val="DC735D"/>
                </a:solidFill>
              </a:defRPr>
            </a:lvl4pPr>
            <a:lvl5pPr algn="l">
              <a:defRPr sz="2625" b="1">
                <a:solidFill>
                  <a:srgbClr val="DC735D"/>
                </a:solidFill>
              </a:defRPr>
            </a:lvl5pPr>
            <a:lvl6pPr algn="l">
              <a:defRPr sz="2625" b="1">
                <a:solidFill>
                  <a:srgbClr val="DC735D"/>
                </a:solidFill>
              </a:defRPr>
            </a:lvl6pPr>
            <a:lvl7pPr algn="l">
              <a:defRPr sz="2625" b="1">
                <a:solidFill>
                  <a:srgbClr val="DC735D"/>
                </a:solidFill>
              </a:defRPr>
            </a:lvl7pPr>
            <a:lvl8pPr algn="l">
              <a:defRPr sz="2625" b="1">
                <a:solidFill>
                  <a:srgbClr val="DC735D"/>
                </a:solidFill>
              </a:defRPr>
            </a:lvl8pPr>
            <a:lvl9pPr algn="l">
              <a:defRPr sz="2625" b="1">
                <a:solidFill>
                  <a:srgbClr val="DC735D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DC735D"/>
                </a:solidFill>
              </a:defRPr>
            </a:pPr>
            <a:r>
              <a:rPr sz="2625" b="1">
                <a:solidFill>
                  <a:srgbClr val="DC735D"/>
                </a:solidFill>
              </a:rPr>
              <a:t>4주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10E83-0ADD-464F-9492-F4F245C9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38700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83B37"/>
                </a:solidFill>
              </a:defRPr>
            </a:defPPr>
            <a:lvl1pPr algn="l">
              <a:defRPr sz="1800" b="1">
                <a:solidFill>
                  <a:srgbClr val="183B37"/>
                </a:solidFill>
              </a:defRPr>
            </a:lvl1pPr>
            <a:lvl2pPr algn="l">
              <a:defRPr sz="1800" b="1">
                <a:solidFill>
                  <a:srgbClr val="183B37"/>
                </a:solidFill>
              </a:defRPr>
            </a:lvl2pPr>
            <a:lvl3pPr algn="l">
              <a:defRPr sz="1800" b="1">
                <a:solidFill>
                  <a:srgbClr val="183B37"/>
                </a:solidFill>
              </a:defRPr>
            </a:lvl3pPr>
            <a:lvl4pPr algn="l">
              <a:defRPr sz="1800" b="1">
                <a:solidFill>
                  <a:srgbClr val="183B37"/>
                </a:solidFill>
              </a:defRPr>
            </a:lvl4pPr>
            <a:lvl5pPr algn="l">
              <a:defRPr sz="1800" b="1">
                <a:solidFill>
                  <a:srgbClr val="183B37"/>
                </a:solidFill>
              </a:defRPr>
            </a:lvl5pPr>
            <a:lvl6pPr algn="l">
              <a:defRPr sz="1800" b="1">
                <a:solidFill>
                  <a:srgbClr val="183B37"/>
                </a:solidFill>
              </a:defRPr>
            </a:lvl6pPr>
            <a:lvl7pPr algn="l">
              <a:defRPr sz="1800" b="1">
                <a:solidFill>
                  <a:srgbClr val="183B37"/>
                </a:solidFill>
              </a:defRPr>
            </a:lvl7pPr>
            <a:lvl8pPr algn="l">
              <a:defRPr sz="1800" b="1">
                <a:solidFill>
                  <a:srgbClr val="183B37"/>
                </a:solidFill>
              </a:defRPr>
            </a:lvl8pPr>
            <a:lvl9pPr algn="l">
              <a:defRPr sz="1800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83B37"/>
                </a:solidFill>
              </a:defRPr>
            </a:pPr>
            <a:r>
              <a:rPr sz="1800" b="1">
                <a:solidFill>
                  <a:srgbClr val="183B37"/>
                </a:solidFill>
              </a:rPr>
              <a:t>11/21–11/27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843AC-3B2B-41F1-913B-CD04AA42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38700"/>
            <a:ext cx="709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83B37"/>
                </a:solidFill>
              </a:defRPr>
            </a:defPPr>
            <a:lvl1pPr algn="l">
              <a:defRPr sz="1875" b="0">
                <a:solidFill>
                  <a:srgbClr val="183B37"/>
                </a:solidFill>
              </a:defRPr>
            </a:lvl1pPr>
            <a:lvl2pPr algn="l">
              <a:defRPr sz="1875" b="0">
                <a:solidFill>
                  <a:srgbClr val="183B37"/>
                </a:solidFill>
              </a:defRPr>
            </a:lvl2pPr>
            <a:lvl3pPr algn="l">
              <a:defRPr sz="1875" b="0">
                <a:solidFill>
                  <a:srgbClr val="183B37"/>
                </a:solidFill>
              </a:defRPr>
            </a:lvl3pPr>
            <a:lvl4pPr algn="l">
              <a:defRPr sz="1875" b="0">
                <a:solidFill>
                  <a:srgbClr val="183B37"/>
                </a:solidFill>
              </a:defRPr>
            </a:lvl4pPr>
            <a:lvl5pPr algn="l">
              <a:defRPr sz="1875" b="0">
                <a:solidFill>
                  <a:srgbClr val="183B37"/>
                </a:solidFill>
              </a:defRPr>
            </a:lvl5pPr>
            <a:lvl6pPr algn="l">
              <a:defRPr sz="1875" b="0">
                <a:solidFill>
                  <a:srgbClr val="183B37"/>
                </a:solidFill>
              </a:defRPr>
            </a:lvl6pPr>
            <a:lvl7pPr algn="l">
              <a:defRPr sz="1875" b="0">
                <a:solidFill>
                  <a:srgbClr val="183B37"/>
                </a:solidFill>
              </a:defRPr>
            </a:lvl7pPr>
            <a:lvl8pPr algn="l">
              <a:defRPr sz="1875" b="0">
                <a:solidFill>
                  <a:srgbClr val="183B37"/>
                </a:solidFill>
              </a:defRPr>
            </a:lvl8pPr>
            <a:lvl9pPr algn="l">
              <a:defRPr sz="1875" b="0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3B37"/>
                </a:solidFill>
              </a:defRPr>
            </a:pPr>
            <a:r>
              <a:rPr sz="1875" b="0">
                <a:solidFill>
                  <a:srgbClr val="183B37"/>
                </a:solidFill>
              </a:rPr>
              <a:t>이력 화면, 기기 테스트, 발표 준비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18198-D405-4332-981C-67119950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83B37"/>
                </a:solidFill>
              </a:defRPr>
            </a:defPPr>
            <a:lvl1pPr algn="l">
              <a:defRPr sz="1725" b="1">
                <a:solidFill>
                  <a:srgbClr val="183B37"/>
                </a:solidFill>
              </a:defRPr>
            </a:lvl1pPr>
            <a:lvl2pPr algn="l">
              <a:defRPr sz="1725" b="1">
                <a:solidFill>
                  <a:srgbClr val="183B37"/>
                </a:solidFill>
              </a:defRPr>
            </a:lvl2pPr>
            <a:lvl3pPr algn="l">
              <a:defRPr sz="1725" b="1">
                <a:solidFill>
                  <a:srgbClr val="183B37"/>
                </a:solidFill>
              </a:defRPr>
            </a:lvl3pPr>
            <a:lvl4pPr algn="l">
              <a:defRPr sz="1725" b="1">
                <a:solidFill>
                  <a:srgbClr val="183B37"/>
                </a:solidFill>
              </a:defRPr>
            </a:lvl4pPr>
            <a:lvl5pPr algn="l">
              <a:defRPr sz="1725" b="1">
                <a:solidFill>
                  <a:srgbClr val="183B37"/>
                </a:solidFill>
              </a:defRPr>
            </a:lvl5pPr>
            <a:lvl6pPr algn="l">
              <a:defRPr sz="1725" b="1">
                <a:solidFill>
                  <a:srgbClr val="183B37"/>
                </a:solidFill>
              </a:defRPr>
            </a:lvl6pPr>
            <a:lvl7pPr algn="l">
              <a:defRPr sz="1725" b="1">
                <a:solidFill>
                  <a:srgbClr val="183B37"/>
                </a:solidFill>
              </a:defRPr>
            </a:lvl7pPr>
            <a:lvl8pPr algn="l">
              <a:defRPr sz="1725" b="1">
                <a:solidFill>
                  <a:srgbClr val="183B37"/>
                </a:solidFill>
              </a:defRPr>
            </a:lvl8pPr>
            <a:lvl9pPr algn="l">
              <a:defRPr sz="1725" b="1">
                <a:solidFill>
                  <a:srgbClr val="183B37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83B37"/>
                </a:solidFill>
              </a:defRPr>
            </a:pPr>
            <a:r>
              <a:rPr sz="1725" b="1">
                <a:solidFill>
                  <a:srgbClr val="183B37"/>
                </a:solidFill>
              </a:rPr>
              <a:t>마감  11월 27일</a:t>
            </a:r>
          </a:p>
        </p:txBody>
      </p:sp>
    </p:spTree>
    <p:extLst>
      <p:ext uri="{BB962C8B-B14F-4D97-AF65-F5344CB8AC3E}">
        <p14:creationId xmlns:p14="http://schemas.microsoft.com/office/powerpoint/2010/main" val="18736965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F56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DE255-AEDE-4F08-B8C8-7FD13B31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669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300" b="1">
                <a:solidFill>
                  <a:srgbClr val="FFFDF9"/>
                </a:solidFill>
              </a:defRPr>
            </a:defPPr>
            <a:lvl1pPr algn="l">
              <a:defRPr sz="6300" b="1">
                <a:solidFill>
                  <a:srgbClr val="FFFDF9"/>
                </a:solidFill>
              </a:defRPr>
            </a:lvl1pPr>
            <a:lvl2pPr algn="l">
              <a:defRPr sz="6300" b="1">
                <a:solidFill>
                  <a:srgbClr val="FFFDF9"/>
                </a:solidFill>
              </a:defRPr>
            </a:lvl2pPr>
            <a:lvl3pPr algn="l">
              <a:defRPr sz="6300" b="1">
                <a:solidFill>
                  <a:srgbClr val="FFFDF9"/>
                </a:solidFill>
              </a:defRPr>
            </a:lvl3pPr>
            <a:lvl4pPr algn="l">
              <a:defRPr sz="6300" b="1">
                <a:solidFill>
                  <a:srgbClr val="FFFDF9"/>
                </a:solidFill>
              </a:defRPr>
            </a:lvl4pPr>
            <a:lvl5pPr algn="l">
              <a:defRPr sz="6300" b="1">
                <a:solidFill>
                  <a:srgbClr val="FFFDF9"/>
                </a:solidFill>
              </a:defRPr>
            </a:lvl5pPr>
            <a:lvl6pPr algn="l">
              <a:defRPr sz="6300" b="1">
                <a:solidFill>
                  <a:srgbClr val="FFFDF9"/>
                </a:solidFill>
              </a:defRPr>
            </a:lvl6pPr>
            <a:lvl7pPr algn="l">
              <a:defRPr sz="6300" b="1">
                <a:solidFill>
                  <a:srgbClr val="FFFDF9"/>
                </a:solidFill>
              </a:defRPr>
            </a:lvl7pPr>
            <a:lvl8pPr algn="l">
              <a:defRPr sz="6300" b="1">
                <a:solidFill>
                  <a:srgbClr val="FFFDF9"/>
                </a:solidFill>
              </a:defRPr>
            </a:lvl8pPr>
            <a:lvl9pPr algn="l">
              <a:defRPr sz="6300" b="1">
                <a:solidFill>
                  <a:srgbClr val="FFFDF9"/>
                </a:solidFill>
              </a:defRPr>
            </a:lvl9pPr>
          </a:lstStyle>
          <a:p xmlns:a="http://schemas.openxmlformats.org/drawingml/2006/main">
            <a:pPr algn="l">
              <a:defRPr sz="6300" b="1">
                <a:solidFill>
                  <a:srgbClr val="FFFDF9"/>
                </a:solidFill>
              </a:defRPr>
            </a:pPr>
            <a:r>
              <a:rPr sz="6300" b="1">
                <a:solidFill>
                  <a:srgbClr val="FFFDF9"/>
                </a:solidFill>
              </a:rPr>
              <a:t>감사합니다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6772F-12DC-4406-A4D6-D80BB6A8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862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F1A05-F2BE-4BBB-8713-D4320C8A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D8E3DB"/>
                </a:solidFill>
              </a:defRPr>
            </a:defPPr>
            <a:lvl1pPr algn="l">
              <a:defRPr sz="2550" b="1">
                <a:solidFill>
                  <a:srgbClr val="D8E3DB"/>
                </a:solidFill>
              </a:defRPr>
            </a:lvl1pPr>
            <a:lvl2pPr algn="l">
              <a:defRPr sz="2550" b="1">
                <a:solidFill>
                  <a:srgbClr val="D8E3DB"/>
                </a:solidFill>
              </a:defRPr>
            </a:lvl2pPr>
            <a:lvl3pPr algn="l">
              <a:defRPr sz="2550" b="1">
                <a:solidFill>
                  <a:srgbClr val="D8E3DB"/>
                </a:solidFill>
              </a:defRPr>
            </a:lvl3pPr>
            <a:lvl4pPr algn="l">
              <a:defRPr sz="2550" b="1">
                <a:solidFill>
                  <a:srgbClr val="D8E3DB"/>
                </a:solidFill>
              </a:defRPr>
            </a:lvl4pPr>
            <a:lvl5pPr algn="l">
              <a:defRPr sz="2550" b="1">
                <a:solidFill>
                  <a:srgbClr val="D8E3DB"/>
                </a:solidFill>
              </a:defRPr>
            </a:lvl5pPr>
            <a:lvl6pPr algn="l">
              <a:defRPr sz="2550" b="1">
                <a:solidFill>
                  <a:srgbClr val="D8E3DB"/>
                </a:solidFill>
              </a:defRPr>
            </a:lvl6pPr>
            <a:lvl7pPr algn="l">
              <a:defRPr sz="2550" b="1">
                <a:solidFill>
                  <a:srgbClr val="D8E3DB"/>
                </a:solidFill>
              </a:defRPr>
            </a:lvl7pPr>
            <a:lvl8pPr algn="l">
              <a:defRPr sz="2550" b="1">
                <a:solidFill>
                  <a:srgbClr val="D8E3DB"/>
                </a:solidFill>
              </a:defRPr>
            </a:lvl8pPr>
            <a:lvl9pPr algn="l">
              <a:defRPr sz="2550" b="1">
                <a:solidFill>
                  <a:srgbClr val="D8E3D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D8E3DB"/>
                </a:solidFill>
              </a:defRPr>
            </a:pPr>
            <a:r>
              <a:rPr sz="2550" b="1">
                <a:solidFill>
                  <a:srgbClr val="D8E3DB"/>
                </a:solidFill>
              </a:rPr>
              <a:t>MediSync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0B22D-E8F6-443F-9661-9DAB73D6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19675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D8E3DB"/>
                </a:solidFill>
              </a:defRPr>
            </a:defPPr>
            <a:lvl1pPr algn="l">
              <a:defRPr sz="1725" b="0">
                <a:solidFill>
                  <a:srgbClr val="D8E3DB"/>
                </a:solidFill>
              </a:defRPr>
            </a:lvl1pPr>
            <a:lvl2pPr algn="l">
              <a:defRPr sz="1725" b="0">
                <a:solidFill>
                  <a:srgbClr val="D8E3DB"/>
                </a:solidFill>
              </a:defRPr>
            </a:lvl2pPr>
            <a:lvl3pPr algn="l">
              <a:defRPr sz="1725" b="0">
                <a:solidFill>
                  <a:srgbClr val="D8E3DB"/>
                </a:solidFill>
              </a:defRPr>
            </a:lvl3pPr>
            <a:lvl4pPr algn="l">
              <a:defRPr sz="1725" b="0">
                <a:solidFill>
                  <a:srgbClr val="D8E3DB"/>
                </a:solidFill>
              </a:defRPr>
            </a:lvl4pPr>
            <a:lvl5pPr algn="l">
              <a:defRPr sz="1725" b="0">
                <a:solidFill>
                  <a:srgbClr val="D8E3DB"/>
                </a:solidFill>
              </a:defRPr>
            </a:lvl5pPr>
            <a:lvl6pPr algn="l">
              <a:defRPr sz="1725" b="0">
                <a:solidFill>
                  <a:srgbClr val="D8E3DB"/>
                </a:solidFill>
              </a:defRPr>
            </a:lvl6pPr>
            <a:lvl7pPr algn="l">
              <a:defRPr sz="1725" b="0">
                <a:solidFill>
                  <a:srgbClr val="D8E3DB"/>
                </a:solidFill>
              </a:defRPr>
            </a:lvl7pPr>
            <a:lvl8pPr algn="l">
              <a:defRPr sz="1725" b="0">
                <a:solidFill>
                  <a:srgbClr val="D8E3DB"/>
                </a:solidFill>
              </a:defRPr>
            </a:lvl8pPr>
            <a:lvl9pPr algn="l">
              <a:defRPr sz="1725" b="0">
                <a:solidFill>
                  <a:srgbClr val="D8E3D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8E3DB"/>
                </a:solidFill>
              </a:defRPr>
            </a:pPr>
            <a:r>
              <a:rPr sz="1725" b="0">
                <a:solidFill>
                  <a:srgbClr val="D8E3DB"/>
                </a:solidFill>
              </a:rPr>
              <a:t>의약품·영양제 통합 복용 관리 앱</a:t>
            </a:r>
          </a:p>
        </p:txBody>
      </p:sp>
    </p:spTree>
    <p:extLst>
      <p:ext uri="{BB962C8B-B14F-4D97-AF65-F5344CB8AC3E}">
        <p14:creationId xmlns:p14="http://schemas.microsoft.com/office/powerpoint/2010/main" val="1102849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2026-10-28T03:54:38.2690000Z</dcterms:created>
  <dcterms:modified xsi:type="dcterms:W3CDTF">2026-10-28T03:54:38.2690000Z</dcterms:modified>
</coreProperties>
</file>